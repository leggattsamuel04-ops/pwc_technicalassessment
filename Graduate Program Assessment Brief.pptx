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261" r:id="rId5"/>
    <p:sldId id="2147471551" r:id="rId6"/>
    <p:sldId id="2147471735" r:id="rId7"/>
    <p:sldId id="2147471736" r:id="rId8"/>
    <p:sldId id="2147471727" r:id="rId9"/>
    <p:sldId id="2147471737" r:id="rId10"/>
    <p:sldId id="2147471728" r:id="rId11"/>
    <p:sldId id="2147471738" r:id="rId12"/>
    <p:sldId id="21474828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893829C-DE5F-46E0-ACA5-3E5FD291BF46}">
          <p14:sldIdLst>
            <p14:sldId id="261"/>
            <p14:sldId id="2147471551"/>
            <p14:sldId id="2147471735"/>
            <p14:sldId id="2147471736"/>
            <p14:sldId id="2147471727"/>
            <p14:sldId id="2147471737"/>
            <p14:sldId id="2147471728"/>
            <p14:sldId id="2147471738"/>
            <p14:sldId id="2147482862"/>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3F4B32-C43A-F1FE-56C3-9B3D7A813493}" name="Caitlin Simon (ZA)" initials="CS" userId="S::caitlin.simon@pwc.com::9d47d3f5-5833-4152-acb7-430bd4cd281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E8D4"/>
    <a:srgbClr val="FFAA72"/>
    <a:srgbClr val="FFCD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05943CB-6F42-4776-B506-94E284F2829C}">
  <a:tblStyle styleId="{605943CB-6F42-4776-B506-94E284F2829C}" styleName="Brand Table 1">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noFill/>
        </a:fill>
      </a:tcStyle>
    </a:firstRow>
  </a:tblStyle>
  <a:tblStyle styleId="{8DE8A128-FD69-4F98-BC96-439F510B2832}" styleName="Brand Table 2">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noFill/>
        </a:fill>
      </a:tcStyle>
    </a:firstRow>
  </a:tblStyle>
  <a:tblStyle styleId="{B56CA0EE-1E45-4AA6-A82B-0F5650326712}" styleName="Brand Table 3">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solidFill>
            <a:schemeClr val="bg1">
              <a:lumMod val="95000"/>
            </a:schemeClr>
          </a:solidFill>
        </a:fill>
      </a:tcStyle>
    </a:firstRow>
  </a:tblStyle>
  <a:tblStyle styleId="{B2FE71AF-C406-42DD-AC2B-C6103619A3FC}" styleName="Brand Table 4">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solidFill>
            <a:schemeClr val="bg1">
              <a:lumMod val="95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FBEB4EF7-6755-4417-96B3-8A9D9B3986FB}" type="datetimeFigureOut">
              <a:rPr lang="en-US" smtClean="0"/>
              <a:pPr/>
              <a:t>6/11/2026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338F507-FFAD-4585-99E0-9DC17883AD4F}" type="slidenum">
              <a:rPr lang="en-US" smtClean="0"/>
              <a:pPr/>
              <a:t>‹#›</a:t>
            </a:fld>
            <a:endParaRPr lang="en-US"/>
          </a:p>
        </p:txBody>
      </p:sp>
    </p:spTree>
    <p:extLst>
      <p:ext uri="{BB962C8B-B14F-4D97-AF65-F5344CB8AC3E}">
        <p14:creationId xmlns:p14="http://schemas.microsoft.com/office/powerpoint/2010/main" val="176239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t>1</a:t>
            </a:fld>
            <a:endParaRPr lang="en-US"/>
          </a:p>
        </p:txBody>
      </p:sp>
    </p:spTree>
    <p:extLst>
      <p:ext uri="{BB962C8B-B14F-4D97-AF65-F5344CB8AC3E}">
        <p14:creationId xmlns:p14="http://schemas.microsoft.com/office/powerpoint/2010/main" val="3025544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t>2</a:t>
            </a:fld>
            <a:endParaRPr lang="en-US"/>
          </a:p>
        </p:txBody>
      </p:sp>
    </p:spTree>
    <p:extLst>
      <p:ext uri="{BB962C8B-B14F-4D97-AF65-F5344CB8AC3E}">
        <p14:creationId xmlns:p14="http://schemas.microsoft.com/office/powerpoint/2010/main" val="1841961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25E1B-D281-41BB-BA00-5BF86E884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9B5DD-3E52-1841-52ED-71929456E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1677FF-1736-D390-6FE0-AAA643E4ABD3}"/>
              </a:ext>
            </a:extLst>
          </p:cNvPr>
          <p:cNvSpPr>
            <a:spLocks noGrp="1"/>
          </p:cNvSpPr>
          <p:nvPr>
            <p:ph type="body" idx="1"/>
          </p:nvPr>
        </p:nvSpPr>
        <p:spPr/>
        <p:txBody>
          <a:bodyPr/>
          <a:lstStyle/>
          <a:p>
            <a:pPr marL="0" algn="l" rtl="0" eaLnBrk="1" fontAlgn="t" latinLnBrk="0" hangingPunct="1"/>
            <a:r>
              <a:rPr lang="en-US" sz="1200" u="none" strike="noStrike" kern="1200">
                <a:solidFill>
                  <a:srgbClr val="000000"/>
                </a:solidFill>
                <a:effectLst/>
              </a:rPr>
              <a:t>Agenda instructional guidance: use a tab between agenda topic number and activity description, then manually change numerals to Arial (Headings), bold, accent color 1 orange. Note: layout reset removes number formatting.</a:t>
            </a:r>
            <a:endParaRPr lang="en-US" sz="1200" u="none" strike="noStrike">
              <a:effectLst/>
            </a:endParaRPr>
          </a:p>
          <a:p>
            <a:endParaRPr lang="en-US"/>
          </a:p>
        </p:txBody>
      </p:sp>
      <p:sp>
        <p:nvSpPr>
          <p:cNvPr id="4" name="Slide Number Placeholder 3">
            <a:extLst>
              <a:ext uri="{FF2B5EF4-FFF2-40B4-BE49-F238E27FC236}">
                <a16:creationId xmlns:a16="http://schemas.microsoft.com/office/drawing/2014/main" id="{9E7CD2E2-D23D-233D-53AD-B580F7007F86}"/>
              </a:ext>
            </a:extLst>
          </p:cNvPr>
          <p:cNvSpPr>
            <a:spLocks noGrp="1"/>
          </p:cNvSpPr>
          <p:nvPr>
            <p:ph type="sldNum" sz="quarter" idx="5"/>
          </p:nvPr>
        </p:nvSpPr>
        <p:spPr/>
        <p:txBody>
          <a:bodyPr/>
          <a:lstStyle/>
          <a:p>
            <a:fld id="{8338F507-FFAD-4585-99E0-9DC17883AD4F}" type="slidenum">
              <a:rPr lang="en-US" smtClean="0"/>
              <a:t>3</a:t>
            </a:fld>
            <a:endParaRPr lang="en-US"/>
          </a:p>
        </p:txBody>
      </p:sp>
    </p:spTree>
    <p:extLst>
      <p:ext uri="{BB962C8B-B14F-4D97-AF65-F5344CB8AC3E}">
        <p14:creationId xmlns:p14="http://schemas.microsoft.com/office/powerpoint/2010/main" val="3666997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t>9</a:t>
            </a:fld>
            <a:endParaRPr lang="en-US"/>
          </a:p>
        </p:txBody>
      </p:sp>
    </p:spTree>
    <p:extLst>
      <p:ext uri="{BB962C8B-B14F-4D97-AF65-F5344CB8AC3E}">
        <p14:creationId xmlns:p14="http://schemas.microsoft.com/office/powerpoint/2010/main" val="24582204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6D7607-D1F4-F3D5-F6A1-ADA8066F7D42}"/>
              </a:ext>
            </a:extLst>
          </p:cNvPr>
          <p:cNvPicPr>
            <a:picLocks noChangeAspect="1"/>
          </p:cNvPicPr>
          <p:nvPr userDrawn="1"/>
        </p:nvPicPr>
        <p:blipFill>
          <a:blip r:embed="rId2">
            <a:extLst>
              <a:ext uri="{28A0092B-C50C-407E-A947-70E740481C1C}">
                <a14:useLocalDpi xmlns:a14="http://schemas.microsoft.com/office/drawing/2010/main" val="0"/>
              </a:ext>
            </a:extLst>
          </a:blip>
          <a:srcRect t="52" b="52"/>
          <a:stretch/>
        </p:blipFill>
        <p:spPr>
          <a:xfrm>
            <a:off x="0" y="0"/>
            <a:ext cx="12192000"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1" y="6080125"/>
            <a:ext cx="4718050"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399261884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0" y="6080125"/>
            <a:ext cx="4684447"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
        <p:nvSpPr>
          <p:cNvPr id="3" name="Title 1">
            <a:extLst>
              <a:ext uri="{FF2B5EF4-FFF2-40B4-BE49-F238E27FC236}">
                <a16:creationId xmlns:a16="http://schemas.microsoft.com/office/drawing/2014/main" id="{DFD90212-F74C-9DC9-0056-4F5DDF01944F}"/>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p>
        </p:txBody>
      </p:sp>
      <p:pic>
        <p:nvPicPr>
          <p:cNvPr id="7" name="Graphic 6">
            <a:extLst>
              <a:ext uri="{FF2B5EF4-FFF2-40B4-BE49-F238E27FC236}">
                <a16:creationId xmlns:a16="http://schemas.microsoft.com/office/drawing/2014/main" id="{47D16F40-FE44-DE37-84EC-E0DE6B931A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282142617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8300" y="4007973"/>
            <a:ext cx="4711700"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368300"/>
            <a:ext cx="5663406"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00962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8300"/>
            <a:ext cx="5665786" cy="3001964"/>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68300" y="4009671"/>
            <a:ext cx="4711700"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595187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7776"/>
            <a:ext cx="5665786"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4709938"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1162161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88305" y="367776"/>
            <a:ext cx="6624637"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425518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09794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54783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3049"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5535"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375537" y="5029715"/>
            <a:ext cx="5641182" cy="990083"/>
          </a:xfrm>
        </p:spPr>
        <p:txBody>
          <a:bodyPr/>
          <a:lstStyle>
            <a:lvl1pPr>
              <a:defRPr sz="1300" b="0">
                <a:latin typeface="+mn-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518638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892267"/>
            <a:ext cx="3746501" cy="196205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55663"/>
            <a:ext cx="3746501" cy="3016512"/>
          </a:xfrm>
        </p:spPr>
        <p:txBody>
          <a:bodyPr/>
          <a:lstStyle>
            <a:lvl1pPr>
              <a:lnSpc>
                <a:spcPct val="125000"/>
              </a:lnSpc>
              <a:defRPr sz="1600" b="0">
                <a:latin typeface="+mn-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676282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886888"/>
            <a:ext cx="4671730" cy="19674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61042"/>
            <a:ext cx="4671729" cy="3010070"/>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289657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53350" y="367777"/>
            <a:ext cx="5670349"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53351" y="1930138"/>
            <a:ext cx="5670349"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0902670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88305" y="367777"/>
            <a:ext cx="6635395"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6" y="1930138"/>
            <a:ext cx="6635394"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7422578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9646" y="373156"/>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369646"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5" y="367777"/>
            <a:ext cx="6635395" cy="5604398"/>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077211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188180" y="772547"/>
            <a:ext cx="6635520" cy="3227953"/>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37185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188181" y="781004"/>
            <a:ext cx="5670320" cy="3219495"/>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17036844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022340" y="781329"/>
            <a:ext cx="4324869" cy="2685354"/>
          </a:xfrm>
        </p:spPr>
        <p:txBody>
          <a:bodyPr tIns="457200"/>
          <a:lstStyle>
            <a:lvl1pPr algn="ctr">
              <a:defRPr sz="1800"/>
            </a:lvl1pPr>
          </a:lstStyle>
          <a:p>
            <a:r>
              <a:rPr lang="en-US"/>
              <a:t>Click icon to add table</a:t>
            </a:r>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491579" y="781329"/>
            <a:ext cx="4324869" cy="2685354"/>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9297651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171949" y="890680"/>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598978" y="890680"/>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2712516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Content Placeholder 7">
            <a:extLst>
              <a:ext uri="{FF2B5EF4-FFF2-40B4-BE49-F238E27FC236}">
                <a16:creationId xmlns:a16="http://schemas.microsoft.com/office/drawing/2014/main" id="{09A13E53-F775-A736-E17E-0D3BA9C73AFD}"/>
              </a:ext>
            </a:extLst>
          </p:cNvPr>
          <p:cNvSpPr>
            <a:spLocks noGrp="1"/>
          </p:cNvSpPr>
          <p:nvPr>
            <p:ph sz="quarter" idx="10"/>
          </p:nvPr>
        </p:nvSpPr>
        <p:spPr>
          <a:xfrm>
            <a:off x="368300" y="1924050"/>
            <a:ext cx="663892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9">
            <a:extLst>
              <a:ext uri="{FF2B5EF4-FFF2-40B4-BE49-F238E27FC236}">
                <a16:creationId xmlns:a16="http://schemas.microsoft.com/office/drawing/2014/main" id="{8379B048-01BA-296A-05B7-D40EDFD3726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72818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ntent Subtitle">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370063"/>
            <a:ext cx="11453638" cy="404637"/>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 Placeholder 4">
            <a:extLst>
              <a:ext uri="{FF2B5EF4-FFF2-40B4-BE49-F238E27FC236}">
                <a16:creationId xmlns:a16="http://schemas.microsoft.com/office/drawing/2014/main" id="{51C9977E-07C7-6A42-E691-FD4699CEC98F}"/>
              </a:ext>
            </a:extLst>
          </p:cNvPr>
          <p:cNvSpPr>
            <a:spLocks noGrp="1"/>
          </p:cNvSpPr>
          <p:nvPr>
            <p:ph type="body" sz="quarter" idx="10"/>
          </p:nvPr>
        </p:nvSpPr>
        <p:spPr>
          <a:xfrm>
            <a:off x="369364" y="885381"/>
            <a:ext cx="11454336" cy="521144"/>
          </a:xfrm>
        </p:spPr>
        <p:txBody>
          <a:bodyPr/>
          <a:lstStyle>
            <a:lvl1pPr>
              <a:defRPr sz="1800"/>
            </a:lvl1pPr>
          </a:lstStyle>
          <a:p>
            <a:pPr lvl="0"/>
            <a:r>
              <a:rPr lang="en-US"/>
              <a:t>Click to edit Master text styles</a:t>
            </a:r>
          </a:p>
        </p:txBody>
      </p:sp>
      <p:sp>
        <p:nvSpPr>
          <p:cNvPr id="7" name="Content Placeholder 6">
            <a:extLst>
              <a:ext uri="{FF2B5EF4-FFF2-40B4-BE49-F238E27FC236}">
                <a16:creationId xmlns:a16="http://schemas.microsoft.com/office/drawing/2014/main" id="{090265C7-5AAC-0489-DEB2-CECC63DAC288}"/>
              </a:ext>
            </a:extLst>
          </p:cNvPr>
          <p:cNvSpPr>
            <a:spLocks noGrp="1"/>
          </p:cNvSpPr>
          <p:nvPr>
            <p:ph sz="quarter" idx="1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228243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A5CBFC34-8CB2-CC41-3972-5FC87B9BDCE6}"/>
              </a:ext>
            </a:extLst>
          </p:cNvPr>
          <p:cNvSpPr>
            <a:spLocks noGrp="1"/>
          </p:cNvSpPr>
          <p:nvPr>
            <p:ph sz="quarter" idx="10"/>
          </p:nvPr>
        </p:nvSpPr>
        <p:spPr>
          <a:xfrm>
            <a:off x="369888" y="1924050"/>
            <a:ext cx="5285403"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6">
            <a:extLst>
              <a:ext uri="{FF2B5EF4-FFF2-40B4-BE49-F238E27FC236}">
                <a16:creationId xmlns:a16="http://schemas.microsoft.com/office/drawing/2014/main" id="{9F37A09F-4048-050A-FDB3-83EC9C37253B}"/>
              </a:ext>
            </a:extLst>
          </p:cNvPr>
          <p:cNvSpPr>
            <a:spLocks noGrp="1"/>
          </p:cNvSpPr>
          <p:nvPr>
            <p:ph sz="quarter" idx="11"/>
          </p:nvPr>
        </p:nvSpPr>
        <p:spPr>
          <a:xfrm>
            <a:off x="6149975" y="1924050"/>
            <a:ext cx="5285403"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itle 7">
            <a:extLst>
              <a:ext uri="{FF2B5EF4-FFF2-40B4-BE49-F238E27FC236}">
                <a16:creationId xmlns:a16="http://schemas.microsoft.com/office/drawing/2014/main" id="{E24C1953-6774-4962-D21C-79F931E8AFE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05702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2" y="370062"/>
            <a:ext cx="11453638" cy="404638"/>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ext Placeholder 3">
            <a:extLst>
              <a:ext uri="{FF2B5EF4-FFF2-40B4-BE49-F238E27FC236}">
                <a16:creationId xmlns:a16="http://schemas.microsoft.com/office/drawing/2014/main" id="{81241698-5CD8-C604-8076-E2C7174471A8}"/>
              </a:ext>
            </a:extLst>
          </p:cNvPr>
          <p:cNvSpPr>
            <a:spLocks noGrp="1"/>
          </p:cNvSpPr>
          <p:nvPr>
            <p:ph type="body" sz="quarter" idx="11"/>
          </p:nvPr>
        </p:nvSpPr>
        <p:spPr>
          <a:xfrm>
            <a:off x="369364" y="886968"/>
            <a:ext cx="11454336" cy="519557"/>
          </a:xfrm>
        </p:spPr>
        <p:txBody>
          <a:bodyPr/>
          <a:lstStyle>
            <a:lvl1pPr>
              <a:defRPr sz="1800"/>
            </a:lvl1pPr>
          </a:lstStyle>
          <a:p>
            <a:pPr lvl="0"/>
            <a:r>
              <a:rPr lang="en-US"/>
              <a:t>Click to edit Master text styles</a:t>
            </a:r>
          </a:p>
        </p:txBody>
      </p:sp>
      <p:sp>
        <p:nvSpPr>
          <p:cNvPr id="6" name="Content Placeholder 5">
            <a:extLst>
              <a:ext uri="{FF2B5EF4-FFF2-40B4-BE49-F238E27FC236}">
                <a16:creationId xmlns:a16="http://schemas.microsoft.com/office/drawing/2014/main" id="{09364D4B-08FC-0F72-14EE-FFE49CBE3E87}"/>
              </a:ext>
            </a:extLst>
          </p:cNvPr>
          <p:cNvSpPr>
            <a:spLocks noGrp="1"/>
          </p:cNvSpPr>
          <p:nvPr>
            <p:ph sz="quarter" idx="12"/>
          </p:nvPr>
        </p:nvSpPr>
        <p:spPr>
          <a:xfrm>
            <a:off x="368301" y="1924050"/>
            <a:ext cx="5284844"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37630663-0430-1D7C-EBF0-D28C79961CF8}"/>
              </a:ext>
            </a:extLst>
          </p:cNvPr>
          <p:cNvSpPr>
            <a:spLocks noGrp="1"/>
          </p:cNvSpPr>
          <p:nvPr>
            <p:ph sz="quarter" idx="13"/>
          </p:nvPr>
        </p:nvSpPr>
        <p:spPr>
          <a:xfrm>
            <a:off x="6149975" y="1924050"/>
            <a:ext cx="528484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978310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2" y="3492184"/>
            <a:ext cx="3840957" cy="2454594"/>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6065" y="370158"/>
            <a:ext cx="3649948" cy="4510882"/>
          </a:xfrm>
          <a:solidFill>
            <a:schemeClr val="bg2"/>
          </a:solidFill>
        </p:spPr>
        <p:txBody>
          <a:bodyPr tIns="155448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91000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1" y="370061"/>
            <a:ext cx="3855863" cy="5602113"/>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0686" y="370158"/>
            <a:ext cx="3649948" cy="2486022"/>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43016"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190686" y="2960903"/>
            <a:ext cx="3649948" cy="2455068"/>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43016"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274487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370557" y="1409922"/>
            <a:ext cx="2657075" cy="1938825"/>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59847" y="1399935"/>
            <a:ext cx="2514283" cy="1938812"/>
          </a:xfrm>
        </p:spPr>
        <p:txBody>
          <a:bodyPr/>
          <a:lstStyle>
            <a:lvl1pPr>
              <a:lnSpc>
                <a:spcPct val="100000"/>
              </a:lnSpc>
              <a:spcAft>
                <a:spcPts val="1200"/>
              </a:spcAft>
              <a:defRPr sz="1500" b="1">
                <a:latin typeface="+mn-lt"/>
              </a:defRPr>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370557" y="3492323"/>
            <a:ext cx="2657075" cy="1938825"/>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59847" y="3492323"/>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49536" y="1409922"/>
            <a:ext cx="2657075" cy="1938825"/>
          </a:xfrm>
          <a:solidFill>
            <a:schemeClr val="bg2"/>
          </a:solidFill>
        </p:spPr>
        <p:txBody>
          <a:bodyPr tIns="731520"/>
          <a:lstStyle>
            <a:lvl1pPr algn="ctr">
              <a:defRPr/>
            </a:lvl1pPr>
          </a:lstStyle>
          <a:p>
            <a:r>
              <a:rPr lang="en-US"/>
              <a:t>Click icon to add picture</a:t>
            </a:r>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43017" y="1399935"/>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49536" y="3492323"/>
            <a:ext cx="2657075" cy="1938825"/>
          </a:xfrm>
          <a:solidFill>
            <a:schemeClr val="bg2"/>
          </a:solidFill>
        </p:spPr>
        <p:txBody>
          <a:bodyPr tIns="73152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43017" y="3492323"/>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E62847D5-ADA8-3259-2549-281D1A6D552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904677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A03E9A5D-D94B-2C14-C57F-8CEEA73EB975}"/>
              </a:ext>
            </a:extLst>
          </p:cNvPr>
          <p:cNvSpPr>
            <a:spLocks noGrp="1"/>
          </p:cNvSpPr>
          <p:nvPr>
            <p:ph sz="quarter" idx="10"/>
          </p:nvPr>
        </p:nvSpPr>
        <p:spPr>
          <a:xfrm>
            <a:off x="368300"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4">
            <a:extLst>
              <a:ext uri="{FF2B5EF4-FFF2-40B4-BE49-F238E27FC236}">
                <a16:creationId xmlns:a16="http://schemas.microsoft.com/office/drawing/2014/main" id="{489906B8-D3A9-4BCE-6015-ACFE378C7211}"/>
              </a:ext>
            </a:extLst>
          </p:cNvPr>
          <p:cNvSpPr>
            <a:spLocks noGrp="1"/>
          </p:cNvSpPr>
          <p:nvPr>
            <p:ph sz="quarter" idx="11"/>
          </p:nvPr>
        </p:nvSpPr>
        <p:spPr>
          <a:xfrm>
            <a:off x="4235674"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4">
            <a:extLst>
              <a:ext uri="{FF2B5EF4-FFF2-40B4-BE49-F238E27FC236}">
                <a16:creationId xmlns:a16="http://schemas.microsoft.com/office/drawing/2014/main" id="{FE0E6B83-F5A0-569B-4BAB-B7F61D7D0853}"/>
              </a:ext>
            </a:extLst>
          </p:cNvPr>
          <p:cNvSpPr>
            <a:spLocks noGrp="1"/>
          </p:cNvSpPr>
          <p:nvPr>
            <p:ph sz="quarter" idx="12"/>
          </p:nvPr>
        </p:nvSpPr>
        <p:spPr>
          <a:xfrm>
            <a:off x="8074025" y="1924049"/>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0">
            <a:extLst>
              <a:ext uri="{FF2B5EF4-FFF2-40B4-BE49-F238E27FC236}">
                <a16:creationId xmlns:a16="http://schemas.microsoft.com/office/drawing/2014/main" id="{46DFEB0B-173F-2B4F-16A8-263FCC6CEC2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11839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70061" y="370063"/>
            <a:ext cx="11453639" cy="404637"/>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Text Placeholder 4">
            <a:extLst>
              <a:ext uri="{FF2B5EF4-FFF2-40B4-BE49-F238E27FC236}">
                <a16:creationId xmlns:a16="http://schemas.microsoft.com/office/drawing/2014/main" id="{1C2027B2-3AF9-ACB0-EFBF-E307D2CA34FA}"/>
              </a:ext>
            </a:extLst>
          </p:cNvPr>
          <p:cNvSpPr>
            <a:spLocks noGrp="1"/>
          </p:cNvSpPr>
          <p:nvPr>
            <p:ph type="body" sz="quarter" idx="12"/>
          </p:nvPr>
        </p:nvSpPr>
        <p:spPr>
          <a:xfrm>
            <a:off x="367776" y="886968"/>
            <a:ext cx="11455924" cy="519557"/>
          </a:xfrm>
        </p:spPr>
        <p:txBody>
          <a:bodyPr/>
          <a:lstStyle>
            <a:lvl1pPr>
              <a:defRPr sz="1800"/>
            </a:lvl1pPr>
          </a:lstStyle>
          <a:p>
            <a:pPr lvl="0"/>
            <a:r>
              <a:rPr lang="en-US"/>
              <a:t>Click to edit Master text styles</a:t>
            </a:r>
          </a:p>
        </p:txBody>
      </p:sp>
      <p:sp>
        <p:nvSpPr>
          <p:cNvPr id="4" name="Content Placeholder 4">
            <a:extLst>
              <a:ext uri="{FF2B5EF4-FFF2-40B4-BE49-F238E27FC236}">
                <a16:creationId xmlns:a16="http://schemas.microsoft.com/office/drawing/2014/main" id="{B015D90A-43B1-2686-2FB5-24977CABC779}"/>
              </a:ext>
            </a:extLst>
          </p:cNvPr>
          <p:cNvSpPr>
            <a:spLocks noGrp="1"/>
          </p:cNvSpPr>
          <p:nvPr>
            <p:ph sz="quarter" idx="10"/>
          </p:nvPr>
        </p:nvSpPr>
        <p:spPr>
          <a:xfrm>
            <a:off x="368300"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4">
            <a:extLst>
              <a:ext uri="{FF2B5EF4-FFF2-40B4-BE49-F238E27FC236}">
                <a16:creationId xmlns:a16="http://schemas.microsoft.com/office/drawing/2014/main" id="{305BD07F-9015-08E7-A1B9-CEE3998C38ED}"/>
              </a:ext>
            </a:extLst>
          </p:cNvPr>
          <p:cNvSpPr>
            <a:spLocks noGrp="1"/>
          </p:cNvSpPr>
          <p:nvPr>
            <p:ph sz="quarter" idx="11"/>
          </p:nvPr>
        </p:nvSpPr>
        <p:spPr>
          <a:xfrm>
            <a:off x="4235674"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4">
            <a:extLst>
              <a:ext uri="{FF2B5EF4-FFF2-40B4-BE49-F238E27FC236}">
                <a16:creationId xmlns:a16="http://schemas.microsoft.com/office/drawing/2014/main" id="{96E79EC7-3C5A-2B86-5F55-4E1518901C12}"/>
              </a:ext>
            </a:extLst>
          </p:cNvPr>
          <p:cNvSpPr>
            <a:spLocks noGrp="1"/>
          </p:cNvSpPr>
          <p:nvPr>
            <p:ph sz="quarter" idx="13"/>
          </p:nvPr>
        </p:nvSpPr>
        <p:spPr>
          <a:xfrm>
            <a:off x="8074025" y="1924049"/>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97041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E9C1A15D-9D72-ADF5-F762-A0FCDB4299C1}"/>
              </a:ext>
            </a:extLst>
          </p:cNvPr>
          <p:cNvSpPr>
            <a:spLocks noGrp="1"/>
          </p:cNvSpPr>
          <p:nvPr>
            <p:ph sz="quarter" idx="10"/>
          </p:nvPr>
        </p:nvSpPr>
        <p:spPr>
          <a:xfrm>
            <a:off x="368300" y="1924050"/>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F894016E-E9A2-621D-7E7E-4C60EA7D1446}"/>
              </a:ext>
            </a:extLst>
          </p:cNvPr>
          <p:cNvSpPr>
            <a:spLocks noGrp="1"/>
          </p:cNvSpPr>
          <p:nvPr>
            <p:ph sz="quarter" idx="11"/>
          </p:nvPr>
        </p:nvSpPr>
        <p:spPr>
          <a:xfrm>
            <a:off x="4235674" y="1924050"/>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4">
            <a:extLst>
              <a:ext uri="{FF2B5EF4-FFF2-40B4-BE49-F238E27FC236}">
                <a16:creationId xmlns:a16="http://schemas.microsoft.com/office/drawing/2014/main" id="{6B0989A2-BAE8-DBCB-9B68-2A6A9EEEC5CC}"/>
              </a:ext>
            </a:extLst>
          </p:cNvPr>
          <p:cNvSpPr>
            <a:spLocks noGrp="1"/>
          </p:cNvSpPr>
          <p:nvPr>
            <p:ph sz="quarter" idx="12"/>
          </p:nvPr>
        </p:nvSpPr>
        <p:spPr>
          <a:xfrm>
            <a:off x="8074025" y="1924049"/>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8">
            <a:extLst>
              <a:ext uri="{FF2B5EF4-FFF2-40B4-BE49-F238E27FC236}">
                <a16:creationId xmlns:a16="http://schemas.microsoft.com/office/drawing/2014/main" id="{6B661239-E68D-0808-F96A-FE85956F113C}"/>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793709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370062" y="1407233"/>
            <a:ext cx="5229293" cy="4564941"/>
          </a:xfrm>
        </p:spPr>
        <p:txBody>
          <a:bodyPr/>
          <a:lstStyle/>
          <a:p>
            <a:r>
              <a:rPr lang="en-US"/>
              <a:t>Click icon to add chart</a:t>
            </a:r>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943EE09F-88BE-B892-E588-CE1A64CF45AD}"/>
              </a:ext>
            </a:extLst>
          </p:cNvPr>
          <p:cNvSpPr>
            <a:spLocks noGrp="1"/>
          </p:cNvSpPr>
          <p:nvPr>
            <p:ph sz="quarter" idx="13"/>
          </p:nvPr>
        </p:nvSpPr>
        <p:spPr>
          <a:xfrm>
            <a:off x="6149975" y="2441575"/>
            <a:ext cx="2781300" cy="353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3">
            <a:extLst>
              <a:ext uri="{FF2B5EF4-FFF2-40B4-BE49-F238E27FC236}">
                <a16:creationId xmlns:a16="http://schemas.microsoft.com/office/drawing/2014/main" id="{89862BAD-5A88-900F-A59B-68B96AB41490}"/>
              </a:ext>
            </a:extLst>
          </p:cNvPr>
          <p:cNvSpPr>
            <a:spLocks noGrp="1"/>
          </p:cNvSpPr>
          <p:nvPr>
            <p:ph sz="quarter" idx="14"/>
          </p:nvPr>
        </p:nvSpPr>
        <p:spPr>
          <a:xfrm>
            <a:off x="9042400" y="2441575"/>
            <a:ext cx="2781300" cy="353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itle 7">
            <a:extLst>
              <a:ext uri="{FF2B5EF4-FFF2-40B4-BE49-F238E27FC236}">
                <a16:creationId xmlns:a16="http://schemas.microsoft.com/office/drawing/2014/main" id="{0DA847B6-5ED7-CD22-AC77-BE2F874194B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798836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364683" y="1933273"/>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97546331-F0CB-B769-2ED0-10C215328D57}"/>
              </a:ext>
            </a:extLst>
          </p:cNvPr>
          <p:cNvSpPr>
            <a:spLocks noGrp="1"/>
          </p:cNvSpPr>
          <p:nvPr>
            <p:ph sz="quarter" idx="16"/>
          </p:nvPr>
        </p:nvSpPr>
        <p:spPr>
          <a:xfrm>
            <a:off x="365125" y="3603812"/>
            <a:ext cx="3335338" cy="2476313"/>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8">
            <a:extLst>
              <a:ext uri="{FF2B5EF4-FFF2-40B4-BE49-F238E27FC236}">
                <a16:creationId xmlns:a16="http://schemas.microsoft.com/office/drawing/2014/main" id="{7809C51E-8610-C513-8EEC-D5CB091B65E2}"/>
              </a:ext>
            </a:extLst>
          </p:cNvPr>
          <p:cNvSpPr>
            <a:spLocks noGrp="1"/>
          </p:cNvSpPr>
          <p:nvPr>
            <p:ph sz="quarter" idx="17"/>
          </p:nvPr>
        </p:nvSpPr>
        <p:spPr>
          <a:xfrm>
            <a:off x="4225925" y="1933575"/>
            <a:ext cx="3280410" cy="4146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8">
            <a:extLst>
              <a:ext uri="{FF2B5EF4-FFF2-40B4-BE49-F238E27FC236}">
                <a16:creationId xmlns:a16="http://schemas.microsoft.com/office/drawing/2014/main" id="{DFE232A4-E7EE-98E3-AD8F-428E48A336B7}"/>
              </a:ext>
            </a:extLst>
          </p:cNvPr>
          <p:cNvSpPr>
            <a:spLocks noGrp="1"/>
          </p:cNvSpPr>
          <p:nvPr>
            <p:ph sz="quarter" idx="18"/>
          </p:nvPr>
        </p:nvSpPr>
        <p:spPr>
          <a:xfrm>
            <a:off x="8087167" y="1933575"/>
            <a:ext cx="3280410" cy="4146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0">
            <a:extLst>
              <a:ext uri="{FF2B5EF4-FFF2-40B4-BE49-F238E27FC236}">
                <a16:creationId xmlns:a16="http://schemas.microsoft.com/office/drawing/2014/main" id="{A39229A9-9F4B-8863-1C67-62C2859D9BE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215774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370062" y="1927894"/>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2B415381-8D1E-8A6F-693B-DB90EB881D1C}"/>
              </a:ext>
            </a:extLst>
          </p:cNvPr>
          <p:cNvSpPr>
            <a:spLocks noGrp="1"/>
          </p:cNvSpPr>
          <p:nvPr>
            <p:ph sz="quarter" idx="19"/>
          </p:nvPr>
        </p:nvSpPr>
        <p:spPr>
          <a:xfrm>
            <a:off x="365125" y="3603812"/>
            <a:ext cx="3335338" cy="2476313"/>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8E8D28FD-FF5F-398A-38AD-0E9B9DE0EC1B}"/>
              </a:ext>
            </a:extLst>
          </p:cNvPr>
          <p:cNvSpPr>
            <a:spLocks noGrp="1"/>
          </p:cNvSpPr>
          <p:nvPr>
            <p:ph sz="quarter" idx="20"/>
          </p:nvPr>
        </p:nvSpPr>
        <p:spPr>
          <a:xfrm>
            <a:off x="4225925" y="19240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E2C8463D-8B6E-9FF2-1B5C-72452E9273E2}"/>
              </a:ext>
            </a:extLst>
          </p:cNvPr>
          <p:cNvSpPr>
            <a:spLocks noGrp="1"/>
          </p:cNvSpPr>
          <p:nvPr>
            <p:ph sz="quarter" idx="21"/>
          </p:nvPr>
        </p:nvSpPr>
        <p:spPr>
          <a:xfrm>
            <a:off x="4225925" y="40068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39DE996C-A166-458A-310E-FEBC9C52A706}"/>
              </a:ext>
            </a:extLst>
          </p:cNvPr>
          <p:cNvSpPr>
            <a:spLocks noGrp="1"/>
          </p:cNvSpPr>
          <p:nvPr>
            <p:ph sz="quarter" idx="22"/>
          </p:nvPr>
        </p:nvSpPr>
        <p:spPr>
          <a:xfrm>
            <a:off x="8087920" y="19240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134591D3-6AC4-CADD-BA45-13112332007E}"/>
              </a:ext>
            </a:extLst>
          </p:cNvPr>
          <p:cNvSpPr>
            <a:spLocks noGrp="1"/>
          </p:cNvSpPr>
          <p:nvPr>
            <p:ph sz="quarter" idx="23"/>
          </p:nvPr>
        </p:nvSpPr>
        <p:spPr>
          <a:xfrm>
            <a:off x="8087920" y="40068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itle 15">
            <a:extLst>
              <a:ext uri="{FF2B5EF4-FFF2-40B4-BE49-F238E27FC236}">
                <a16:creationId xmlns:a16="http://schemas.microsoft.com/office/drawing/2014/main" id="{33601CD4-0BCA-521B-0F56-3E84B8C91F7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758522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en-US"/>
              <a:t>Click icon to add picture</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7"/>
            <a:ext cx="3621405" cy="2257189"/>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C3E8CA74-2A20-C79E-AB93-415F841BF9A5}"/>
              </a:ext>
            </a:extLst>
          </p:cNvPr>
          <p:cNvSpPr>
            <a:spLocks noGrp="1"/>
          </p:cNvSpPr>
          <p:nvPr>
            <p:ph sz="quarter" idx="14"/>
          </p:nvPr>
        </p:nvSpPr>
        <p:spPr>
          <a:xfrm>
            <a:off x="368300" y="1924049"/>
            <a:ext cx="3548063"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10">
            <a:extLst>
              <a:ext uri="{FF2B5EF4-FFF2-40B4-BE49-F238E27FC236}">
                <a16:creationId xmlns:a16="http://schemas.microsoft.com/office/drawing/2014/main" id="{F4A2F6DA-84DB-C19E-4C0E-907410D65A2C}"/>
              </a:ext>
            </a:extLst>
          </p:cNvPr>
          <p:cNvSpPr>
            <a:spLocks noGrp="1"/>
          </p:cNvSpPr>
          <p:nvPr>
            <p:ph sz="quarter" idx="15"/>
          </p:nvPr>
        </p:nvSpPr>
        <p:spPr>
          <a:xfrm>
            <a:off x="4225925" y="1924049"/>
            <a:ext cx="3621405" cy="166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0">
            <a:extLst>
              <a:ext uri="{FF2B5EF4-FFF2-40B4-BE49-F238E27FC236}">
                <a16:creationId xmlns:a16="http://schemas.microsoft.com/office/drawing/2014/main" id="{91E96ECE-0D5F-0C73-B9DA-305E820717B8}"/>
              </a:ext>
            </a:extLst>
          </p:cNvPr>
          <p:cNvSpPr>
            <a:spLocks noGrp="1"/>
          </p:cNvSpPr>
          <p:nvPr>
            <p:ph sz="quarter" idx="16"/>
          </p:nvPr>
        </p:nvSpPr>
        <p:spPr>
          <a:xfrm>
            <a:off x="8084820" y="1924049"/>
            <a:ext cx="3621405" cy="1663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itle 12">
            <a:extLst>
              <a:ext uri="{FF2B5EF4-FFF2-40B4-BE49-F238E27FC236}">
                <a16:creationId xmlns:a16="http://schemas.microsoft.com/office/drawing/2014/main" id="{3FB0C79D-C35F-8072-C668-9D9D7A93739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1985979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373155" y="1407888"/>
            <a:ext cx="3621405" cy="2449830"/>
          </a:xfrm>
          <a:solidFill>
            <a:schemeClr val="bg2"/>
          </a:solidFill>
        </p:spPr>
        <p:txBody>
          <a:bodyPr tIns="731520"/>
          <a:lstStyle>
            <a:lvl1pPr algn="ctr">
              <a:defRPr/>
            </a:lvl1pPr>
          </a:lstStyle>
          <a:p>
            <a:r>
              <a:rPr lang="en-US"/>
              <a:t>Click icon to add picture</a:t>
            </a:r>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31060" y="1407888"/>
            <a:ext cx="3621405" cy="2449830"/>
          </a:xfrm>
          <a:solidFill>
            <a:schemeClr val="bg2"/>
          </a:solidFill>
        </p:spPr>
        <p:txBody>
          <a:bodyPr tIns="731520"/>
          <a:lstStyle>
            <a:lvl1pPr algn="ctr">
              <a:defRPr/>
            </a:lvl1pPr>
          </a:lstStyle>
          <a:p>
            <a:r>
              <a:rPr lang="en-US"/>
              <a:t>Click icon to add picture</a:t>
            </a:r>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79441" y="1407888"/>
            <a:ext cx="3621405" cy="2449830"/>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90658801-9D03-6822-31B7-920A8C4C5D87}"/>
              </a:ext>
            </a:extLst>
          </p:cNvPr>
          <p:cNvSpPr>
            <a:spLocks noGrp="1"/>
          </p:cNvSpPr>
          <p:nvPr>
            <p:ph sz="quarter" idx="15"/>
          </p:nvPr>
        </p:nvSpPr>
        <p:spPr>
          <a:xfrm>
            <a:off x="368300"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4">
            <a:extLst>
              <a:ext uri="{FF2B5EF4-FFF2-40B4-BE49-F238E27FC236}">
                <a16:creationId xmlns:a16="http://schemas.microsoft.com/office/drawing/2014/main" id="{E8465518-586C-3585-5D66-F8C5F784114F}"/>
              </a:ext>
            </a:extLst>
          </p:cNvPr>
          <p:cNvSpPr>
            <a:spLocks noGrp="1"/>
          </p:cNvSpPr>
          <p:nvPr>
            <p:ph sz="quarter" idx="16"/>
          </p:nvPr>
        </p:nvSpPr>
        <p:spPr>
          <a:xfrm>
            <a:off x="4231059"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4">
            <a:extLst>
              <a:ext uri="{FF2B5EF4-FFF2-40B4-BE49-F238E27FC236}">
                <a16:creationId xmlns:a16="http://schemas.microsoft.com/office/drawing/2014/main" id="{32A0F579-2C59-6C73-6CB2-7D28A65E2EE6}"/>
              </a:ext>
            </a:extLst>
          </p:cNvPr>
          <p:cNvSpPr>
            <a:spLocks noGrp="1"/>
          </p:cNvSpPr>
          <p:nvPr>
            <p:ph sz="quarter" idx="17"/>
          </p:nvPr>
        </p:nvSpPr>
        <p:spPr>
          <a:xfrm>
            <a:off x="8082597"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itle 12">
            <a:extLst>
              <a:ext uri="{FF2B5EF4-FFF2-40B4-BE49-F238E27FC236}">
                <a16:creationId xmlns:a16="http://schemas.microsoft.com/office/drawing/2014/main" id="{6C860A8A-DDDD-D41D-7D92-718D7B4F0FA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648502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370062" y="4002723"/>
            <a:ext cx="3389473" cy="1969452"/>
          </a:xfrm>
          <a:prstGeom prst="rect">
            <a:avLst/>
          </a:prstGeom>
        </p:spPr>
        <p:txBody>
          <a:bodyPr vert="horz" lIns="0" tIns="0" rIns="0" bIns="0" rtlCol="0" anchor="t" anchorCtr="0">
            <a:noAutofit/>
          </a:bodyPr>
          <a:lstStyle>
            <a:lvl1pPr>
              <a:defRPr sz="2400"/>
            </a:lvl1pPr>
          </a:lstStyle>
          <a:p>
            <a:r>
              <a:rPr lang="en-US"/>
              <a:t>Click to edit Master title style</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72399"/>
            <a:ext cx="3621405" cy="3474561"/>
          </a:xfrm>
          <a:solidFill>
            <a:schemeClr val="bg2"/>
          </a:solidFill>
        </p:spPr>
        <p:txBody>
          <a:bodyPr tIns="731520"/>
          <a:lstStyle>
            <a:lvl1pPr algn="ctr">
              <a:defRPr/>
            </a:lvl1pPr>
          </a:lstStyle>
          <a:p>
            <a:r>
              <a:rPr lang="en-US"/>
              <a:t>Click icon to add picture</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72399"/>
            <a:ext cx="3621405" cy="3474561"/>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3">
            <a:extLst>
              <a:ext uri="{FF2B5EF4-FFF2-40B4-BE49-F238E27FC236}">
                <a16:creationId xmlns:a16="http://schemas.microsoft.com/office/drawing/2014/main" id="{14B2DDC5-30CC-4253-DAE0-02B6367366D1}"/>
              </a:ext>
            </a:extLst>
          </p:cNvPr>
          <p:cNvSpPr>
            <a:spLocks noGrp="1"/>
          </p:cNvSpPr>
          <p:nvPr>
            <p:ph sz="quarter" idx="14"/>
          </p:nvPr>
        </p:nvSpPr>
        <p:spPr>
          <a:xfrm>
            <a:off x="4241800" y="4002088"/>
            <a:ext cx="3621405" cy="2078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3">
            <a:extLst>
              <a:ext uri="{FF2B5EF4-FFF2-40B4-BE49-F238E27FC236}">
                <a16:creationId xmlns:a16="http://schemas.microsoft.com/office/drawing/2014/main" id="{BC4F89F3-153E-1F6B-8CFE-E1D4D6874917}"/>
              </a:ext>
            </a:extLst>
          </p:cNvPr>
          <p:cNvSpPr>
            <a:spLocks noGrp="1"/>
          </p:cNvSpPr>
          <p:nvPr>
            <p:ph sz="quarter" idx="15"/>
          </p:nvPr>
        </p:nvSpPr>
        <p:spPr>
          <a:xfrm>
            <a:off x="8084820" y="4002088"/>
            <a:ext cx="3621405" cy="2078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324505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AB18F79E-2EEB-FEB6-9FD2-CF00E69E399F}"/>
              </a:ext>
            </a:extLst>
          </p:cNvPr>
          <p:cNvSpPr>
            <a:spLocks noGrp="1"/>
          </p:cNvSpPr>
          <p:nvPr>
            <p:ph sz="quarter" idx="10"/>
          </p:nvPr>
        </p:nvSpPr>
        <p:spPr>
          <a:xfrm>
            <a:off x="3683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B50CDAE4-0C34-CA3B-8150-C653F963250D}"/>
              </a:ext>
            </a:extLst>
          </p:cNvPr>
          <p:cNvSpPr>
            <a:spLocks noGrp="1"/>
          </p:cNvSpPr>
          <p:nvPr>
            <p:ph sz="quarter" idx="11"/>
          </p:nvPr>
        </p:nvSpPr>
        <p:spPr>
          <a:xfrm>
            <a:off x="325755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32934F70-692D-5369-94C8-0030A3CD43FB}"/>
              </a:ext>
            </a:extLst>
          </p:cNvPr>
          <p:cNvSpPr>
            <a:spLocks noGrp="1"/>
          </p:cNvSpPr>
          <p:nvPr>
            <p:ph sz="quarter" idx="12"/>
          </p:nvPr>
        </p:nvSpPr>
        <p:spPr>
          <a:xfrm>
            <a:off x="6149975"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75F0D866-D99D-B922-92B9-43D8C80FC33D}"/>
              </a:ext>
            </a:extLst>
          </p:cNvPr>
          <p:cNvSpPr>
            <a:spLocks noGrp="1"/>
          </p:cNvSpPr>
          <p:nvPr>
            <p:ph sz="quarter" idx="13"/>
          </p:nvPr>
        </p:nvSpPr>
        <p:spPr>
          <a:xfrm>
            <a:off x="90424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itle 13">
            <a:extLst>
              <a:ext uri="{FF2B5EF4-FFF2-40B4-BE49-F238E27FC236}">
                <a16:creationId xmlns:a16="http://schemas.microsoft.com/office/drawing/2014/main" id="{28C2AC20-FA64-9BFB-4B6C-CC4DC765CF1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278286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ntent Subtitl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70060" y="370063"/>
            <a:ext cx="11453639" cy="404637"/>
          </a:xfrm>
          <a:prstGeom prst="rect">
            <a:avLst/>
          </a:prstGeom>
        </p:spPr>
        <p:txBody>
          <a:bodyPr vert="horz" lIns="0" tIns="0" rIns="0" bIns="0" rtlCol="0" anchor="t" anchorCtr="0">
            <a:noAutofit/>
          </a:bodyPr>
          <a:lstStyle/>
          <a:p>
            <a:r>
              <a:rPr lang="en-US"/>
              <a:t>Click to edit Master title style</a:t>
            </a:r>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Text Placeholder 6">
            <a:extLst>
              <a:ext uri="{FF2B5EF4-FFF2-40B4-BE49-F238E27FC236}">
                <a16:creationId xmlns:a16="http://schemas.microsoft.com/office/drawing/2014/main" id="{5AAE7EEF-B347-4D56-A6AE-448368A5BED2}"/>
              </a:ext>
            </a:extLst>
          </p:cNvPr>
          <p:cNvSpPr>
            <a:spLocks noGrp="1"/>
          </p:cNvSpPr>
          <p:nvPr>
            <p:ph type="body" sz="quarter" idx="13"/>
          </p:nvPr>
        </p:nvSpPr>
        <p:spPr>
          <a:xfrm>
            <a:off x="369364" y="886968"/>
            <a:ext cx="11453639" cy="519557"/>
          </a:xfrm>
        </p:spPr>
        <p:txBody>
          <a:bodyPr/>
          <a:lstStyle>
            <a:lvl1pPr>
              <a:defRPr sz="1800"/>
            </a:lvl1pPr>
          </a:lstStyle>
          <a:p>
            <a:pPr lvl="0"/>
            <a:r>
              <a:rPr lang="en-US"/>
              <a:t>Click to edit Master text styles</a:t>
            </a:r>
          </a:p>
        </p:txBody>
      </p:sp>
      <p:sp>
        <p:nvSpPr>
          <p:cNvPr id="4" name="Content Placeholder 6">
            <a:extLst>
              <a:ext uri="{FF2B5EF4-FFF2-40B4-BE49-F238E27FC236}">
                <a16:creationId xmlns:a16="http://schemas.microsoft.com/office/drawing/2014/main" id="{35EB01E0-E6A4-D360-2FD4-9B71B2DE0DCB}"/>
              </a:ext>
            </a:extLst>
          </p:cNvPr>
          <p:cNvSpPr>
            <a:spLocks noGrp="1"/>
          </p:cNvSpPr>
          <p:nvPr>
            <p:ph sz="quarter" idx="10"/>
          </p:nvPr>
        </p:nvSpPr>
        <p:spPr>
          <a:xfrm>
            <a:off x="3683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4626FCF7-D9DB-AA92-E09A-63795E0A9BF7}"/>
              </a:ext>
            </a:extLst>
          </p:cNvPr>
          <p:cNvSpPr>
            <a:spLocks noGrp="1"/>
          </p:cNvSpPr>
          <p:nvPr>
            <p:ph sz="quarter" idx="11"/>
          </p:nvPr>
        </p:nvSpPr>
        <p:spPr>
          <a:xfrm>
            <a:off x="325755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3EAED7B3-1E01-DB3C-A9C0-C02BF6D0CA41}"/>
              </a:ext>
            </a:extLst>
          </p:cNvPr>
          <p:cNvSpPr>
            <a:spLocks noGrp="1"/>
          </p:cNvSpPr>
          <p:nvPr>
            <p:ph sz="quarter" idx="12"/>
          </p:nvPr>
        </p:nvSpPr>
        <p:spPr>
          <a:xfrm>
            <a:off x="6149975"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1DF4DD5F-AF74-EA4E-244D-3B8BF6C634D7}"/>
              </a:ext>
            </a:extLst>
          </p:cNvPr>
          <p:cNvSpPr>
            <a:spLocks noGrp="1"/>
          </p:cNvSpPr>
          <p:nvPr>
            <p:ph sz="quarter" idx="14"/>
          </p:nvPr>
        </p:nvSpPr>
        <p:spPr>
          <a:xfrm>
            <a:off x="90424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147090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357B41B5-877C-16C0-86C3-0049A6AEFDB5}"/>
              </a:ext>
            </a:extLst>
          </p:cNvPr>
          <p:cNvSpPr>
            <a:spLocks noGrp="1"/>
          </p:cNvSpPr>
          <p:nvPr>
            <p:ph sz="quarter" idx="10"/>
          </p:nvPr>
        </p:nvSpPr>
        <p:spPr>
          <a:xfrm>
            <a:off x="368300"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4">
            <a:extLst>
              <a:ext uri="{FF2B5EF4-FFF2-40B4-BE49-F238E27FC236}">
                <a16:creationId xmlns:a16="http://schemas.microsoft.com/office/drawing/2014/main" id="{AF5BE851-36FB-AE1C-238B-97C05E05B1AD}"/>
              </a:ext>
            </a:extLst>
          </p:cNvPr>
          <p:cNvSpPr>
            <a:spLocks noGrp="1"/>
          </p:cNvSpPr>
          <p:nvPr>
            <p:ph sz="quarter" idx="11"/>
          </p:nvPr>
        </p:nvSpPr>
        <p:spPr>
          <a:xfrm>
            <a:off x="4239222"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4">
            <a:extLst>
              <a:ext uri="{FF2B5EF4-FFF2-40B4-BE49-F238E27FC236}">
                <a16:creationId xmlns:a16="http://schemas.microsoft.com/office/drawing/2014/main" id="{C3EBFD86-34DE-5EF4-510C-8C6F417E6456}"/>
              </a:ext>
            </a:extLst>
          </p:cNvPr>
          <p:cNvSpPr>
            <a:spLocks noGrp="1"/>
          </p:cNvSpPr>
          <p:nvPr>
            <p:ph sz="quarter" idx="12"/>
          </p:nvPr>
        </p:nvSpPr>
        <p:spPr>
          <a:xfrm>
            <a:off x="8077870"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8">
            <a:extLst>
              <a:ext uri="{FF2B5EF4-FFF2-40B4-BE49-F238E27FC236}">
                <a16:creationId xmlns:a16="http://schemas.microsoft.com/office/drawing/2014/main" id="{87ADAD20-05B4-05C7-E934-6F9C1436EB7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983146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DF7CA4CE-E47A-514D-5828-6AA4EAEAA5D3}"/>
              </a:ext>
            </a:extLst>
          </p:cNvPr>
          <p:cNvSpPr>
            <a:spLocks noGrp="1"/>
          </p:cNvSpPr>
          <p:nvPr>
            <p:ph sz="quarter" idx="10"/>
          </p:nvPr>
        </p:nvSpPr>
        <p:spPr>
          <a:xfrm>
            <a:off x="36830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BE81782A-2131-81EC-B274-273228A022F2}"/>
              </a:ext>
            </a:extLst>
          </p:cNvPr>
          <p:cNvSpPr>
            <a:spLocks noGrp="1"/>
          </p:cNvSpPr>
          <p:nvPr>
            <p:ph sz="quarter" idx="11"/>
          </p:nvPr>
        </p:nvSpPr>
        <p:spPr>
          <a:xfrm>
            <a:off x="325755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1C7B2FA3-BB01-C042-C3E2-CE1E30B4DC87}"/>
              </a:ext>
            </a:extLst>
          </p:cNvPr>
          <p:cNvSpPr>
            <a:spLocks noGrp="1"/>
          </p:cNvSpPr>
          <p:nvPr>
            <p:ph sz="quarter" idx="12"/>
          </p:nvPr>
        </p:nvSpPr>
        <p:spPr>
          <a:xfrm>
            <a:off x="6149975"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5817751D-AEF1-E60E-A99F-8E78DF21FF5F}"/>
              </a:ext>
            </a:extLst>
          </p:cNvPr>
          <p:cNvSpPr>
            <a:spLocks noGrp="1"/>
          </p:cNvSpPr>
          <p:nvPr>
            <p:ph sz="quarter" idx="13"/>
          </p:nvPr>
        </p:nvSpPr>
        <p:spPr>
          <a:xfrm>
            <a:off x="904240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itle 13">
            <a:extLst>
              <a:ext uri="{FF2B5EF4-FFF2-40B4-BE49-F238E27FC236}">
                <a16:creationId xmlns:a16="http://schemas.microsoft.com/office/drawing/2014/main" id="{AC495E7E-4FB5-532A-2A69-899751FD4B0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43578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EDE25965-5FF0-06E1-006B-1D9AEC33DC63}"/>
              </a:ext>
            </a:extLst>
          </p:cNvPr>
          <p:cNvSpPr>
            <a:spLocks noGrp="1"/>
          </p:cNvSpPr>
          <p:nvPr>
            <p:ph sz="quarter" idx="17"/>
          </p:nvPr>
        </p:nvSpPr>
        <p:spPr>
          <a:xfrm>
            <a:off x="368300" y="1406525"/>
            <a:ext cx="4711700" cy="1447800"/>
          </a:xfrm>
        </p:spPr>
        <p:txBody>
          <a:bodyPr/>
          <a:lstStyle>
            <a:lvl1pPr>
              <a:defRPr sz="1600"/>
            </a:lvl1pPr>
          </a:lstStyle>
          <a:p>
            <a:pPr lvl="0"/>
            <a:r>
              <a:rPr lang="en-US"/>
              <a:t>Click to edit Master text styles</a:t>
            </a:r>
          </a:p>
          <a:p>
            <a:pPr lvl="1"/>
            <a:r>
              <a:rPr lang="en-US"/>
              <a:t>Second level</a:t>
            </a:r>
          </a:p>
          <a:p>
            <a:pPr lvl="2"/>
            <a:r>
              <a:rPr lang="en-US"/>
              <a:t>Third level</a:t>
            </a:r>
          </a:p>
        </p:txBody>
      </p:sp>
      <p:sp>
        <p:nvSpPr>
          <p:cNvPr id="11" name="Content Placeholder 10">
            <a:extLst>
              <a:ext uri="{FF2B5EF4-FFF2-40B4-BE49-F238E27FC236}">
                <a16:creationId xmlns:a16="http://schemas.microsoft.com/office/drawing/2014/main" id="{F248317B-0C78-D1D7-C7AA-97B940FCDFDA}"/>
              </a:ext>
            </a:extLst>
          </p:cNvPr>
          <p:cNvSpPr>
            <a:spLocks noGrp="1"/>
          </p:cNvSpPr>
          <p:nvPr>
            <p:ph sz="quarter" idx="18"/>
          </p:nvPr>
        </p:nvSpPr>
        <p:spPr>
          <a:xfrm>
            <a:off x="368300"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10">
            <a:extLst>
              <a:ext uri="{FF2B5EF4-FFF2-40B4-BE49-F238E27FC236}">
                <a16:creationId xmlns:a16="http://schemas.microsoft.com/office/drawing/2014/main" id="{9E1EEBC7-B3D2-0C33-A1E4-86D938D57B98}"/>
              </a:ext>
            </a:extLst>
          </p:cNvPr>
          <p:cNvSpPr>
            <a:spLocks noGrp="1"/>
          </p:cNvSpPr>
          <p:nvPr>
            <p:ph sz="quarter" idx="19"/>
          </p:nvPr>
        </p:nvSpPr>
        <p:spPr>
          <a:xfrm>
            <a:off x="3257550"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10">
            <a:extLst>
              <a:ext uri="{FF2B5EF4-FFF2-40B4-BE49-F238E27FC236}">
                <a16:creationId xmlns:a16="http://schemas.microsoft.com/office/drawing/2014/main" id="{DE61D85C-E065-C899-A314-61A974789950}"/>
              </a:ext>
            </a:extLst>
          </p:cNvPr>
          <p:cNvSpPr>
            <a:spLocks noGrp="1"/>
          </p:cNvSpPr>
          <p:nvPr>
            <p:ph sz="quarter" idx="20"/>
          </p:nvPr>
        </p:nvSpPr>
        <p:spPr>
          <a:xfrm>
            <a:off x="6149975"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10">
            <a:extLst>
              <a:ext uri="{FF2B5EF4-FFF2-40B4-BE49-F238E27FC236}">
                <a16:creationId xmlns:a16="http://schemas.microsoft.com/office/drawing/2014/main" id="{2AC1B240-8DE4-93F4-7F67-7A0D12BFCB2D}"/>
              </a:ext>
            </a:extLst>
          </p:cNvPr>
          <p:cNvSpPr>
            <a:spLocks noGrp="1"/>
          </p:cNvSpPr>
          <p:nvPr>
            <p:ph sz="quarter" idx="21"/>
          </p:nvPr>
        </p:nvSpPr>
        <p:spPr>
          <a:xfrm>
            <a:off x="9039225"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itle 16">
            <a:extLst>
              <a:ext uri="{FF2B5EF4-FFF2-40B4-BE49-F238E27FC236}">
                <a16:creationId xmlns:a16="http://schemas.microsoft.com/office/drawing/2014/main" id="{26AF7A0A-28F9-E71C-DA0E-449F854A8D7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356772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370062" y="1407234"/>
            <a:ext cx="2647951" cy="2455863"/>
          </a:xfrm>
          <a:solidFill>
            <a:schemeClr val="bg2"/>
          </a:solidFill>
        </p:spPr>
        <p:txBody>
          <a:bodyPr tIns="731520"/>
          <a:lstStyle>
            <a:lvl1pPr algn="ctr">
              <a:defRPr/>
            </a:lvl1pPr>
          </a:lstStyle>
          <a:p>
            <a:r>
              <a:rPr lang="en-US"/>
              <a:t>Click icon to add picture</a:t>
            </a:r>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62926" y="1407234"/>
            <a:ext cx="2647951" cy="2455863"/>
          </a:xfrm>
          <a:solidFill>
            <a:schemeClr val="bg2"/>
          </a:solidFill>
        </p:spPr>
        <p:txBody>
          <a:bodyPr tIns="731520"/>
          <a:lstStyle>
            <a:lvl1pPr algn="ctr">
              <a:defRPr/>
            </a:lvl1pPr>
          </a:lstStyle>
          <a:p>
            <a:r>
              <a:rPr lang="en-US"/>
              <a:t>Click icon to add picture</a:t>
            </a:r>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55753" y="1407234"/>
            <a:ext cx="2647951" cy="2455863"/>
          </a:xfrm>
          <a:solidFill>
            <a:schemeClr val="bg2"/>
          </a:solidFill>
        </p:spPr>
        <p:txBody>
          <a:bodyPr tIns="731520"/>
          <a:lstStyle>
            <a:lvl1pPr algn="ctr">
              <a:defRPr/>
            </a:lvl1pPr>
          </a:lstStyle>
          <a:p>
            <a:r>
              <a:rPr lang="en-US"/>
              <a:t>Click icon to add picture</a:t>
            </a:r>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7972" y="1407234"/>
            <a:ext cx="2647951" cy="2455863"/>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9">
            <a:extLst>
              <a:ext uri="{FF2B5EF4-FFF2-40B4-BE49-F238E27FC236}">
                <a16:creationId xmlns:a16="http://schemas.microsoft.com/office/drawing/2014/main" id="{E1769020-22C9-8DED-D532-40F11F2D33CA}"/>
              </a:ext>
            </a:extLst>
          </p:cNvPr>
          <p:cNvSpPr>
            <a:spLocks noGrp="1"/>
          </p:cNvSpPr>
          <p:nvPr>
            <p:ph sz="quarter" idx="17"/>
          </p:nvPr>
        </p:nvSpPr>
        <p:spPr>
          <a:xfrm>
            <a:off x="368300" y="4000500"/>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BE4E3AAB-764D-686D-74DE-DD6CA1560316}"/>
              </a:ext>
            </a:extLst>
          </p:cNvPr>
          <p:cNvSpPr>
            <a:spLocks noGrp="1"/>
          </p:cNvSpPr>
          <p:nvPr>
            <p:ph sz="quarter" idx="18"/>
          </p:nvPr>
        </p:nvSpPr>
        <p:spPr>
          <a:xfrm>
            <a:off x="3262926"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9">
            <a:extLst>
              <a:ext uri="{FF2B5EF4-FFF2-40B4-BE49-F238E27FC236}">
                <a16:creationId xmlns:a16="http://schemas.microsoft.com/office/drawing/2014/main" id="{2BEB6BEE-26A1-CA65-94AF-66C85CEB8FB8}"/>
              </a:ext>
            </a:extLst>
          </p:cNvPr>
          <p:cNvSpPr>
            <a:spLocks noGrp="1"/>
          </p:cNvSpPr>
          <p:nvPr>
            <p:ph sz="quarter" idx="19"/>
          </p:nvPr>
        </p:nvSpPr>
        <p:spPr>
          <a:xfrm>
            <a:off x="6149975"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9">
            <a:extLst>
              <a:ext uri="{FF2B5EF4-FFF2-40B4-BE49-F238E27FC236}">
                <a16:creationId xmlns:a16="http://schemas.microsoft.com/office/drawing/2014/main" id="{E50EC622-9E3E-7826-5B6E-3F05131728C6}"/>
              </a:ext>
            </a:extLst>
          </p:cNvPr>
          <p:cNvSpPr>
            <a:spLocks noGrp="1"/>
          </p:cNvSpPr>
          <p:nvPr>
            <p:ph sz="quarter" idx="20"/>
          </p:nvPr>
        </p:nvSpPr>
        <p:spPr>
          <a:xfrm>
            <a:off x="9047972"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itle 18">
            <a:extLst>
              <a:ext uri="{FF2B5EF4-FFF2-40B4-BE49-F238E27FC236}">
                <a16:creationId xmlns:a16="http://schemas.microsoft.com/office/drawing/2014/main" id="{87CC549C-7C7A-4C05-D6A7-8187C41504D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798695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4054" y="1407234"/>
            <a:ext cx="5669646" cy="2482141"/>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6" name="Content Placeholder 5">
            <a:extLst>
              <a:ext uri="{FF2B5EF4-FFF2-40B4-BE49-F238E27FC236}">
                <a16:creationId xmlns:a16="http://schemas.microsoft.com/office/drawing/2014/main" id="{4903BE73-FFB9-9122-4626-1B97EB913FE8}"/>
              </a:ext>
            </a:extLst>
          </p:cNvPr>
          <p:cNvSpPr>
            <a:spLocks noGrp="1"/>
          </p:cNvSpPr>
          <p:nvPr>
            <p:ph sz="quarter" idx="16"/>
          </p:nvPr>
        </p:nvSpPr>
        <p:spPr>
          <a:xfrm>
            <a:off x="369888" y="1406525"/>
            <a:ext cx="2782887" cy="4565650"/>
          </a:xfrm>
        </p:spPr>
        <p:txBody>
          <a:bodyPr/>
          <a:lstStyle>
            <a:lvl1pPr>
              <a:defRPr sz="2400"/>
            </a:lvl1pPr>
          </a:lstStyle>
          <a:p>
            <a:pPr lvl="0"/>
            <a:r>
              <a:rPr lang="en-US"/>
              <a:t>Click to edit Master text styles</a:t>
            </a:r>
          </a:p>
        </p:txBody>
      </p:sp>
      <p:sp>
        <p:nvSpPr>
          <p:cNvPr id="11" name="Content Placeholder 10">
            <a:extLst>
              <a:ext uri="{FF2B5EF4-FFF2-40B4-BE49-F238E27FC236}">
                <a16:creationId xmlns:a16="http://schemas.microsoft.com/office/drawing/2014/main" id="{42EA7D05-D7C0-FDE4-0EBC-5FC8729460EF}"/>
              </a:ext>
            </a:extLst>
          </p:cNvPr>
          <p:cNvSpPr>
            <a:spLocks noGrp="1"/>
          </p:cNvSpPr>
          <p:nvPr>
            <p:ph sz="quarter" idx="17"/>
          </p:nvPr>
        </p:nvSpPr>
        <p:spPr>
          <a:xfrm>
            <a:off x="3257550" y="1406525"/>
            <a:ext cx="2784475" cy="456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73B30585-2E0B-0145-792D-87F4CBF909B1}"/>
              </a:ext>
            </a:extLst>
          </p:cNvPr>
          <p:cNvSpPr>
            <a:spLocks noGrp="1"/>
          </p:cNvSpPr>
          <p:nvPr>
            <p:ph sz="quarter" idx="18"/>
          </p:nvPr>
        </p:nvSpPr>
        <p:spPr>
          <a:xfrm>
            <a:off x="6149975" y="4000500"/>
            <a:ext cx="2781300"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3">
            <a:extLst>
              <a:ext uri="{FF2B5EF4-FFF2-40B4-BE49-F238E27FC236}">
                <a16:creationId xmlns:a16="http://schemas.microsoft.com/office/drawing/2014/main" id="{CF1ADCBF-761E-4BC8-95AF-5ED8A304B911}"/>
              </a:ext>
            </a:extLst>
          </p:cNvPr>
          <p:cNvSpPr>
            <a:spLocks noGrp="1"/>
          </p:cNvSpPr>
          <p:nvPr>
            <p:ph sz="quarter" idx="19"/>
          </p:nvPr>
        </p:nvSpPr>
        <p:spPr>
          <a:xfrm>
            <a:off x="9042400" y="4000500"/>
            <a:ext cx="2781300"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itle 17">
            <a:extLst>
              <a:ext uri="{FF2B5EF4-FFF2-40B4-BE49-F238E27FC236}">
                <a16:creationId xmlns:a16="http://schemas.microsoft.com/office/drawing/2014/main" id="{FD1333CB-59A1-E4BE-4739-1CA1A660FB0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966264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9">
            <a:extLst>
              <a:ext uri="{FF2B5EF4-FFF2-40B4-BE49-F238E27FC236}">
                <a16:creationId xmlns:a16="http://schemas.microsoft.com/office/drawing/2014/main" id="{B1E147C2-A10D-59C4-CC48-6D69F1DA6177}"/>
              </a:ext>
            </a:extLst>
          </p:cNvPr>
          <p:cNvSpPr>
            <a:spLocks noGrp="1"/>
          </p:cNvSpPr>
          <p:nvPr>
            <p:ph sz="quarter" idx="10"/>
          </p:nvPr>
        </p:nvSpPr>
        <p:spPr>
          <a:xfrm>
            <a:off x="3683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9">
            <a:extLst>
              <a:ext uri="{FF2B5EF4-FFF2-40B4-BE49-F238E27FC236}">
                <a16:creationId xmlns:a16="http://schemas.microsoft.com/office/drawing/2014/main" id="{A86AE55E-C7BC-EC71-C728-F72A80B86C83}"/>
              </a:ext>
            </a:extLst>
          </p:cNvPr>
          <p:cNvSpPr>
            <a:spLocks noGrp="1"/>
          </p:cNvSpPr>
          <p:nvPr>
            <p:ph sz="quarter" idx="11"/>
          </p:nvPr>
        </p:nvSpPr>
        <p:spPr>
          <a:xfrm>
            <a:off x="22955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F55CDC6F-9090-45B3-C7DF-1D1A5E390D2C}"/>
              </a:ext>
            </a:extLst>
          </p:cNvPr>
          <p:cNvSpPr>
            <a:spLocks noGrp="1"/>
          </p:cNvSpPr>
          <p:nvPr>
            <p:ph sz="quarter" idx="12"/>
          </p:nvPr>
        </p:nvSpPr>
        <p:spPr>
          <a:xfrm>
            <a:off x="421957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CB40FF7B-D30A-160F-9C8B-1003AE57EE92}"/>
              </a:ext>
            </a:extLst>
          </p:cNvPr>
          <p:cNvSpPr>
            <a:spLocks noGrp="1"/>
          </p:cNvSpPr>
          <p:nvPr>
            <p:ph sz="quarter" idx="13"/>
          </p:nvPr>
        </p:nvSpPr>
        <p:spPr>
          <a:xfrm>
            <a:off x="61468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97083C73-43EE-6C29-DF37-8BDBD145922F}"/>
              </a:ext>
            </a:extLst>
          </p:cNvPr>
          <p:cNvSpPr>
            <a:spLocks noGrp="1"/>
          </p:cNvSpPr>
          <p:nvPr>
            <p:ph sz="quarter" idx="14"/>
          </p:nvPr>
        </p:nvSpPr>
        <p:spPr>
          <a:xfrm>
            <a:off x="80772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FAAF6896-CE8D-11B6-CDB6-B5581B467D87}"/>
              </a:ext>
            </a:extLst>
          </p:cNvPr>
          <p:cNvSpPr>
            <a:spLocks noGrp="1"/>
          </p:cNvSpPr>
          <p:nvPr>
            <p:ph sz="quarter" idx="15"/>
          </p:nvPr>
        </p:nvSpPr>
        <p:spPr>
          <a:xfrm>
            <a:off x="100044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itle 18">
            <a:extLst>
              <a:ext uri="{FF2B5EF4-FFF2-40B4-BE49-F238E27FC236}">
                <a16:creationId xmlns:a16="http://schemas.microsoft.com/office/drawing/2014/main" id="{EE952CC9-7B70-01FB-582B-30F68D4C37F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4238941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x Content Subtitle">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ext Placeholder 3">
            <a:extLst>
              <a:ext uri="{FF2B5EF4-FFF2-40B4-BE49-F238E27FC236}">
                <a16:creationId xmlns:a16="http://schemas.microsoft.com/office/drawing/2014/main" id="{1C018B1A-B52B-AC9A-63B1-F00217B38E41}"/>
              </a:ext>
            </a:extLst>
          </p:cNvPr>
          <p:cNvSpPr>
            <a:spLocks noGrp="1"/>
          </p:cNvSpPr>
          <p:nvPr>
            <p:ph type="body" sz="quarter" idx="15"/>
          </p:nvPr>
        </p:nvSpPr>
        <p:spPr>
          <a:xfrm>
            <a:off x="369364" y="886968"/>
            <a:ext cx="11453639" cy="519557"/>
          </a:xfrm>
        </p:spPr>
        <p:txBody>
          <a:bodyPr/>
          <a:lstStyle>
            <a:lvl1pPr>
              <a:defRPr sz="1800"/>
            </a:lvl1pPr>
          </a:lstStyle>
          <a:p>
            <a:pPr lvl="0"/>
            <a:r>
              <a:rPr lang="en-US"/>
              <a:t>Click to edit Master text styles</a:t>
            </a:r>
          </a:p>
        </p:txBody>
      </p:sp>
      <p:sp>
        <p:nvSpPr>
          <p:cNvPr id="2" name="Title Placeholder 1">
            <a:extLst>
              <a:ext uri="{FF2B5EF4-FFF2-40B4-BE49-F238E27FC236}">
                <a16:creationId xmlns:a16="http://schemas.microsoft.com/office/drawing/2014/main" id="{F7150835-224A-C855-A540-11B95474A75B}"/>
              </a:ext>
            </a:extLst>
          </p:cNvPr>
          <p:cNvSpPr>
            <a:spLocks noGrp="1"/>
          </p:cNvSpPr>
          <p:nvPr>
            <p:ph type="title"/>
          </p:nvPr>
        </p:nvSpPr>
        <p:spPr>
          <a:xfrm>
            <a:off x="370061" y="370063"/>
            <a:ext cx="11453639" cy="404637"/>
          </a:xfrm>
          <a:prstGeom prst="rect">
            <a:avLst/>
          </a:prstGeom>
        </p:spPr>
        <p:txBody>
          <a:bodyPr vert="horz" lIns="0" tIns="0" rIns="0" bIns="0" rtlCol="0" anchor="t" anchorCtr="0">
            <a:noAutofit/>
          </a:bodyPr>
          <a:lstStyle/>
          <a:p>
            <a:r>
              <a:rPr lang="en-US"/>
              <a:t>Click to edit Master title style</a:t>
            </a:r>
          </a:p>
        </p:txBody>
      </p:sp>
      <p:sp>
        <p:nvSpPr>
          <p:cNvPr id="10" name="Content Placeholder 9">
            <a:extLst>
              <a:ext uri="{FF2B5EF4-FFF2-40B4-BE49-F238E27FC236}">
                <a16:creationId xmlns:a16="http://schemas.microsoft.com/office/drawing/2014/main" id="{83A6C828-337E-DF3F-E796-CD513517E4D6}"/>
              </a:ext>
            </a:extLst>
          </p:cNvPr>
          <p:cNvSpPr>
            <a:spLocks noGrp="1"/>
          </p:cNvSpPr>
          <p:nvPr>
            <p:ph sz="quarter" idx="10"/>
          </p:nvPr>
        </p:nvSpPr>
        <p:spPr>
          <a:xfrm>
            <a:off x="3683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9">
            <a:extLst>
              <a:ext uri="{FF2B5EF4-FFF2-40B4-BE49-F238E27FC236}">
                <a16:creationId xmlns:a16="http://schemas.microsoft.com/office/drawing/2014/main" id="{5039018F-04C9-76F6-FBBC-358D2F0A1005}"/>
              </a:ext>
            </a:extLst>
          </p:cNvPr>
          <p:cNvSpPr>
            <a:spLocks noGrp="1"/>
          </p:cNvSpPr>
          <p:nvPr>
            <p:ph sz="quarter" idx="11"/>
          </p:nvPr>
        </p:nvSpPr>
        <p:spPr>
          <a:xfrm>
            <a:off x="22955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F0641CF8-17DD-D58B-57D0-930294460401}"/>
              </a:ext>
            </a:extLst>
          </p:cNvPr>
          <p:cNvSpPr>
            <a:spLocks noGrp="1"/>
          </p:cNvSpPr>
          <p:nvPr>
            <p:ph sz="quarter" idx="12"/>
          </p:nvPr>
        </p:nvSpPr>
        <p:spPr>
          <a:xfrm>
            <a:off x="421957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F8C87661-3C9C-724E-425D-6BFB684FAA53}"/>
              </a:ext>
            </a:extLst>
          </p:cNvPr>
          <p:cNvSpPr>
            <a:spLocks noGrp="1"/>
          </p:cNvSpPr>
          <p:nvPr>
            <p:ph sz="quarter" idx="13"/>
          </p:nvPr>
        </p:nvSpPr>
        <p:spPr>
          <a:xfrm>
            <a:off x="61468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C1CA5D93-F653-F2C0-8751-8A90F765D494}"/>
              </a:ext>
            </a:extLst>
          </p:cNvPr>
          <p:cNvSpPr>
            <a:spLocks noGrp="1"/>
          </p:cNvSpPr>
          <p:nvPr>
            <p:ph sz="quarter" idx="14"/>
          </p:nvPr>
        </p:nvSpPr>
        <p:spPr>
          <a:xfrm>
            <a:off x="80772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59DA2641-90BA-C589-4AC5-93DB0472E745}"/>
              </a:ext>
            </a:extLst>
          </p:cNvPr>
          <p:cNvSpPr>
            <a:spLocks noGrp="1"/>
          </p:cNvSpPr>
          <p:nvPr>
            <p:ph sz="quarter" idx="16"/>
          </p:nvPr>
        </p:nvSpPr>
        <p:spPr>
          <a:xfrm>
            <a:off x="100044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759731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370062"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294159"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27490"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46253"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75774"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9999916"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9">
            <a:extLst>
              <a:ext uri="{FF2B5EF4-FFF2-40B4-BE49-F238E27FC236}">
                <a16:creationId xmlns:a16="http://schemas.microsoft.com/office/drawing/2014/main" id="{9822908B-8C98-3E38-BAF1-87309A19DE45}"/>
              </a:ext>
            </a:extLst>
          </p:cNvPr>
          <p:cNvSpPr>
            <a:spLocks noGrp="1"/>
          </p:cNvSpPr>
          <p:nvPr>
            <p:ph sz="quarter" idx="10"/>
          </p:nvPr>
        </p:nvSpPr>
        <p:spPr>
          <a:xfrm>
            <a:off x="3683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9">
            <a:extLst>
              <a:ext uri="{FF2B5EF4-FFF2-40B4-BE49-F238E27FC236}">
                <a16:creationId xmlns:a16="http://schemas.microsoft.com/office/drawing/2014/main" id="{C0C24A9A-AB7A-C92C-EABC-107D1A3E3099}"/>
              </a:ext>
            </a:extLst>
          </p:cNvPr>
          <p:cNvSpPr>
            <a:spLocks noGrp="1"/>
          </p:cNvSpPr>
          <p:nvPr>
            <p:ph sz="quarter" idx="11"/>
          </p:nvPr>
        </p:nvSpPr>
        <p:spPr>
          <a:xfrm>
            <a:off x="229552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9">
            <a:extLst>
              <a:ext uri="{FF2B5EF4-FFF2-40B4-BE49-F238E27FC236}">
                <a16:creationId xmlns:a16="http://schemas.microsoft.com/office/drawing/2014/main" id="{1BE33546-5281-3759-9C24-7C92D3AB81E7}"/>
              </a:ext>
            </a:extLst>
          </p:cNvPr>
          <p:cNvSpPr>
            <a:spLocks noGrp="1"/>
          </p:cNvSpPr>
          <p:nvPr>
            <p:ph sz="quarter" idx="12"/>
          </p:nvPr>
        </p:nvSpPr>
        <p:spPr>
          <a:xfrm>
            <a:off x="421957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9">
            <a:extLst>
              <a:ext uri="{FF2B5EF4-FFF2-40B4-BE49-F238E27FC236}">
                <a16:creationId xmlns:a16="http://schemas.microsoft.com/office/drawing/2014/main" id="{CD8F01FB-26C3-D412-CD60-13931D0A16A9}"/>
              </a:ext>
            </a:extLst>
          </p:cNvPr>
          <p:cNvSpPr>
            <a:spLocks noGrp="1"/>
          </p:cNvSpPr>
          <p:nvPr>
            <p:ph sz="quarter" idx="13"/>
          </p:nvPr>
        </p:nvSpPr>
        <p:spPr>
          <a:xfrm>
            <a:off x="61468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52D6BCE3-5DC0-F54B-0BF2-1E8CB838F946}"/>
              </a:ext>
            </a:extLst>
          </p:cNvPr>
          <p:cNvSpPr>
            <a:spLocks noGrp="1"/>
          </p:cNvSpPr>
          <p:nvPr>
            <p:ph sz="quarter" idx="14"/>
          </p:nvPr>
        </p:nvSpPr>
        <p:spPr>
          <a:xfrm>
            <a:off x="80772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9">
            <a:extLst>
              <a:ext uri="{FF2B5EF4-FFF2-40B4-BE49-F238E27FC236}">
                <a16:creationId xmlns:a16="http://schemas.microsoft.com/office/drawing/2014/main" id="{954D3D35-7293-9CD0-B576-44307004CC31}"/>
              </a:ext>
            </a:extLst>
          </p:cNvPr>
          <p:cNvSpPr>
            <a:spLocks noGrp="1"/>
          </p:cNvSpPr>
          <p:nvPr>
            <p:ph sz="quarter" idx="21"/>
          </p:nvPr>
        </p:nvSpPr>
        <p:spPr>
          <a:xfrm>
            <a:off x="1000442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itle 16">
            <a:extLst>
              <a:ext uri="{FF2B5EF4-FFF2-40B4-BE49-F238E27FC236}">
                <a16:creationId xmlns:a16="http://schemas.microsoft.com/office/drawing/2014/main" id="{9919F7E4-902E-17BD-9A23-BEC353B540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156705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2377" y="1306772"/>
            <a:ext cx="5668962" cy="3731953"/>
          </a:xfrm>
        </p:spPr>
        <p:txBody>
          <a:bodyPr/>
          <a:lstStyle>
            <a:lvl1pPr>
              <a:lnSpc>
                <a:spcPct val="100000"/>
              </a:lnSpc>
              <a:spcBef>
                <a:spcPts val="900"/>
              </a:spcBef>
              <a:spcAft>
                <a:spcPts val="0"/>
              </a:spcAft>
              <a:defRPr sz="40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Content Placeholder 4">
            <a:extLst>
              <a:ext uri="{FF2B5EF4-FFF2-40B4-BE49-F238E27FC236}">
                <a16:creationId xmlns:a16="http://schemas.microsoft.com/office/drawing/2014/main" id="{CA070464-B6E7-0612-AE11-56A546D97BD4}"/>
              </a:ext>
            </a:extLst>
          </p:cNvPr>
          <p:cNvSpPr>
            <a:spLocks noGrp="1"/>
          </p:cNvSpPr>
          <p:nvPr>
            <p:ph sz="quarter" idx="10"/>
          </p:nvPr>
        </p:nvSpPr>
        <p:spPr>
          <a:xfrm>
            <a:off x="368300" y="4518025"/>
            <a:ext cx="37465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80153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46096"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70062" y="3485571"/>
            <a:ext cx="5498502" cy="2486604"/>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72355"/>
            <a:ext cx="5671662"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D4716BEF-8A35-16AB-2612-D5ADC74B28FD}"/>
              </a:ext>
            </a:extLst>
          </p:cNvPr>
          <p:cNvSpPr>
            <a:spLocks noGrp="1"/>
          </p:cNvSpPr>
          <p:nvPr>
            <p:ph sz="quarter" idx="10"/>
          </p:nvPr>
        </p:nvSpPr>
        <p:spPr>
          <a:xfrm>
            <a:off x="6150276" y="5038725"/>
            <a:ext cx="5673424" cy="93345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20315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US"/>
              <a:t>Click to edit Master text styles</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a:ln>
                <a:noFill/>
              </a:ln>
              <a:solidFill>
                <a:srgbClr val="FC5108"/>
              </a:solidFill>
              <a:effectLst/>
              <a:uLnTx/>
              <a:uFillTx/>
              <a:latin typeface="+mn-lt"/>
              <a:cs typeface="Arial" panose="020B0604020202020204" pitchFamily="34" charset="0"/>
            </a:endParaRPr>
          </a:p>
          <a:p>
            <a:endParaRPr lang="en-US" sz="6000" b="1">
              <a:solidFill>
                <a:srgbClr val="FC5108"/>
              </a:solidFill>
              <a:latin typeface="Georgia" panose="02040502050405020303" pitchFamily="18" charset="0"/>
              <a:cs typeface="Arial" panose="020B0604020202020204" pitchFamily="34" charset="0"/>
            </a:endParaRPr>
          </a:p>
        </p:txBody>
      </p:sp>
      <p:sp>
        <p:nvSpPr>
          <p:cNvPr id="3" name="Content Placeholder 4">
            <a:extLst>
              <a:ext uri="{FF2B5EF4-FFF2-40B4-BE49-F238E27FC236}">
                <a16:creationId xmlns:a16="http://schemas.microsoft.com/office/drawing/2014/main" id="{0617E1E3-DEC2-78E7-9998-E4FF637CE30B}"/>
              </a:ext>
            </a:extLst>
          </p:cNvPr>
          <p:cNvSpPr>
            <a:spLocks noGrp="1"/>
          </p:cNvSpPr>
          <p:nvPr>
            <p:ph sz="quarter" idx="10"/>
          </p:nvPr>
        </p:nvSpPr>
        <p:spPr>
          <a:xfrm>
            <a:off x="6151729" y="4005692"/>
            <a:ext cx="5455771" cy="921908"/>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675920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4">
            <a:extLst>
              <a:ext uri="{FF2B5EF4-FFF2-40B4-BE49-F238E27FC236}">
                <a16:creationId xmlns:a16="http://schemas.microsoft.com/office/drawing/2014/main" id="{420F89DA-180E-8B5A-DBF0-E46D4BE19FF9}"/>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449204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4">
            <a:extLst>
              <a:ext uri="{FF2B5EF4-FFF2-40B4-BE49-F238E27FC236}">
                <a16:creationId xmlns:a16="http://schemas.microsoft.com/office/drawing/2014/main" id="{746CDA39-33E4-3C95-FE9D-6263CE3649C9}"/>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775457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4">
            <a:extLst>
              <a:ext uri="{FF2B5EF4-FFF2-40B4-BE49-F238E27FC236}">
                <a16:creationId xmlns:a16="http://schemas.microsoft.com/office/drawing/2014/main" id="{B31972B4-0D39-C3FB-E17F-DC8EC7D11818}"/>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465598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US"/>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748F1255-B234-8F3E-2E95-66C55731FF06}"/>
              </a:ext>
            </a:extLst>
          </p:cNvPr>
          <p:cNvSpPr>
            <a:spLocks noGrp="1"/>
          </p:cNvSpPr>
          <p:nvPr>
            <p:ph sz="quarter" idx="10"/>
          </p:nvPr>
        </p:nvSpPr>
        <p:spPr>
          <a:xfrm>
            <a:off x="368300" y="4518025"/>
            <a:ext cx="4711700" cy="1562100"/>
          </a:xfrm>
        </p:spPr>
        <p:txBody>
          <a:bodyPr/>
          <a:lstStyle>
            <a:lvl1pPr>
              <a:defRPr sz="1800">
                <a:solidFill>
                  <a:schemeClr val="bg1"/>
                </a:solidFill>
              </a:defRPr>
            </a:lvl1pPr>
            <a:lvl2pPr>
              <a:defRPr sz="1400">
                <a:solidFill>
                  <a:schemeClr val="bg1"/>
                </a:solidFill>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725353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369010" y="3491244"/>
            <a:ext cx="4499480" cy="2458352"/>
          </a:xfrm>
        </p:spPr>
        <p:txBody>
          <a:bodyPr/>
          <a:lstStyle>
            <a:lvl1pPr>
              <a:lnSpc>
                <a:spcPct val="100000"/>
              </a:lnSpc>
              <a:defRPr sz="3200" b="0"/>
            </a:lvl1pPr>
          </a:lstStyle>
          <a:p>
            <a:r>
              <a:rPr lang="en-US"/>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84776" y="368299"/>
            <a:ext cx="6638214" cy="5603875"/>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093725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70062" y="370062"/>
            <a:ext cx="3737453" cy="1295399"/>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84774" y="370062"/>
            <a:ext cx="6637163" cy="5562780"/>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Content Placeholder 6">
            <a:extLst>
              <a:ext uri="{FF2B5EF4-FFF2-40B4-BE49-F238E27FC236}">
                <a16:creationId xmlns:a16="http://schemas.microsoft.com/office/drawing/2014/main" id="{01119A16-4429-1C3B-93F5-9356F9F7EC68}"/>
              </a:ext>
            </a:extLst>
          </p:cNvPr>
          <p:cNvSpPr>
            <a:spLocks noGrp="1"/>
          </p:cNvSpPr>
          <p:nvPr>
            <p:ph sz="quarter" idx="12"/>
          </p:nvPr>
        </p:nvSpPr>
        <p:spPr>
          <a:xfrm>
            <a:off x="369888" y="2959100"/>
            <a:ext cx="3744912" cy="3013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111066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70062" y="2446693"/>
            <a:ext cx="2767808" cy="765810"/>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57550" y="368299"/>
            <a:ext cx="8566150" cy="5603875"/>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3" name="Content Placeholder 2">
            <a:extLst>
              <a:ext uri="{FF2B5EF4-FFF2-40B4-BE49-F238E27FC236}">
                <a16:creationId xmlns:a16="http://schemas.microsoft.com/office/drawing/2014/main" id="{460FE9E2-DC3E-0EAB-DFB7-B3E4A12323BE}"/>
              </a:ext>
            </a:extLst>
          </p:cNvPr>
          <p:cNvSpPr>
            <a:spLocks noGrp="1"/>
          </p:cNvSpPr>
          <p:nvPr>
            <p:ph sz="quarter" idx="14" hasCustomPrompt="1"/>
          </p:nvPr>
        </p:nvSpPr>
        <p:spPr>
          <a:xfrm>
            <a:off x="368300" y="3482975"/>
            <a:ext cx="2784475" cy="2489200"/>
          </a:xfrm>
        </p:spPr>
        <p:txBody>
          <a:bodyPr/>
          <a:lstStyle/>
          <a:p>
            <a:pPr lvl="1"/>
            <a:r>
              <a:rPr lang="en-GB"/>
              <a:t>Second level</a:t>
            </a:r>
          </a:p>
        </p:txBody>
      </p:sp>
    </p:spTree>
    <p:extLst>
      <p:ext uri="{BB962C8B-B14F-4D97-AF65-F5344CB8AC3E}">
        <p14:creationId xmlns:p14="http://schemas.microsoft.com/office/powerpoint/2010/main" val="26920685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891325"/>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DBB20E5E-A5D8-1921-9B3B-F7258AF1BECE}"/>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813596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891325"/>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Content Placeholder 4">
            <a:extLst>
              <a:ext uri="{FF2B5EF4-FFF2-40B4-BE49-F238E27FC236}">
                <a16:creationId xmlns:a16="http://schemas.microsoft.com/office/drawing/2014/main" id="{BE8A4846-D27E-80FC-9B7E-3CE63CD42E99}"/>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65247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370062" y="3492183"/>
            <a:ext cx="3744738" cy="2479992"/>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08803"/>
            <a:ext cx="1804072" cy="1445521"/>
          </a:xfrm>
          <a:solidFill>
            <a:schemeClr val="bg2"/>
          </a:solidFill>
        </p:spPr>
        <p:txBody>
          <a:bodyPr tIns="457200"/>
          <a:lstStyle>
            <a:lvl1pPr algn="ctr">
              <a:defRPr/>
            </a:lvl1pPr>
          </a:lstStyle>
          <a:p>
            <a:r>
              <a:rPr lang="en-US"/>
              <a:t>Click icon to add picture</a:t>
            </a:r>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65506"/>
            <a:ext cx="1804072" cy="1432559"/>
          </a:xfrm>
          <a:solidFill>
            <a:schemeClr val="bg2"/>
          </a:solidFill>
        </p:spPr>
        <p:txBody>
          <a:bodyPr tIns="457200"/>
          <a:lstStyle>
            <a:lvl1pPr algn="ctr">
              <a:defRPr/>
            </a:lvl1pPr>
          </a:lstStyle>
          <a:p>
            <a:r>
              <a:rPr lang="en-US"/>
              <a:t>Click icon to add picture</a:t>
            </a:r>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en-US"/>
              <a:t>Click icon to add picture</a:t>
            </a:r>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2">
            <a:extLst>
              <a:ext uri="{FF2B5EF4-FFF2-40B4-BE49-F238E27FC236}">
                <a16:creationId xmlns:a16="http://schemas.microsoft.com/office/drawing/2014/main" id="{77299292-477B-B167-FA09-34ABA37250D4}"/>
              </a:ext>
            </a:extLst>
          </p:cNvPr>
          <p:cNvSpPr>
            <a:spLocks noGrp="1"/>
          </p:cNvSpPr>
          <p:nvPr>
            <p:ph sz="quarter" idx="18"/>
          </p:nvPr>
        </p:nvSpPr>
        <p:spPr>
          <a:xfrm>
            <a:off x="7112000" y="1406525"/>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33096CD5-F472-2FF7-8821-A2FC9AB7EECF}"/>
              </a:ext>
            </a:extLst>
          </p:cNvPr>
          <p:cNvSpPr>
            <a:spLocks noGrp="1"/>
          </p:cNvSpPr>
          <p:nvPr>
            <p:ph sz="quarter" idx="19"/>
          </p:nvPr>
        </p:nvSpPr>
        <p:spPr>
          <a:xfrm>
            <a:off x="7112000" y="2966384"/>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6D1E7B3D-67E9-63CB-5191-3A7FBCE6F83F}"/>
              </a:ext>
            </a:extLst>
          </p:cNvPr>
          <p:cNvSpPr>
            <a:spLocks noGrp="1"/>
          </p:cNvSpPr>
          <p:nvPr>
            <p:ph sz="quarter" idx="20"/>
          </p:nvPr>
        </p:nvSpPr>
        <p:spPr>
          <a:xfrm>
            <a:off x="7112000" y="4520863"/>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itle 8">
            <a:extLst>
              <a:ext uri="{FF2B5EF4-FFF2-40B4-BE49-F238E27FC236}">
                <a16:creationId xmlns:a16="http://schemas.microsoft.com/office/drawing/2014/main" id="{1EABDFC4-9BD0-55BC-2846-2FA45EAB535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466534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44092"/>
            <a:ext cx="4688683" cy="244902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2">
            <a:extLst>
              <a:ext uri="{FF2B5EF4-FFF2-40B4-BE49-F238E27FC236}">
                <a16:creationId xmlns:a16="http://schemas.microsoft.com/office/drawing/2014/main" id="{56F6B0ED-8AF6-B2AA-E6DF-421FC9028A75}"/>
              </a:ext>
            </a:extLst>
          </p:cNvPr>
          <p:cNvSpPr>
            <a:spLocks noGrp="1"/>
          </p:cNvSpPr>
          <p:nvPr>
            <p:ph sz="quarter" idx="10"/>
          </p:nvPr>
        </p:nvSpPr>
        <p:spPr>
          <a:xfrm>
            <a:off x="6149975" y="3482975"/>
            <a:ext cx="5673725" cy="248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5677415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92183"/>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2001" y="368300"/>
            <a:ext cx="4711700" cy="3003550"/>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a:t>0,000</a:t>
            </a:r>
          </a:p>
          <a:p>
            <a:pPr lvl="1"/>
            <a:r>
              <a:rPr lang="en-US"/>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2">
            <a:extLst>
              <a:ext uri="{FF2B5EF4-FFF2-40B4-BE49-F238E27FC236}">
                <a16:creationId xmlns:a16="http://schemas.microsoft.com/office/drawing/2014/main" id="{F83831A1-36E4-05EF-6AB7-93A548B9DE9C}"/>
              </a:ext>
            </a:extLst>
          </p:cNvPr>
          <p:cNvSpPr>
            <a:spLocks noGrp="1"/>
          </p:cNvSpPr>
          <p:nvPr>
            <p:ph sz="quarter" idx="12"/>
          </p:nvPr>
        </p:nvSpPr>
        <p:spPr>
          <a:xfrm>
            <a:off x="9039225" y="3492500"/>
            <a:ext cx="2784475" cy="247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9539548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92183"/>
            <a:ext cx="5241133"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373155"/>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46692"/>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52188" y="373155"/>
            <a:ext cx="2765424" cy="2777490"/>
          </a:xfrm>
          <a:solidFill>
            <a:schemeClr val="accent1"/>
          </a:solidFill>
        </p:spPr>
        <p:txBody>
          <a:bodyPr lIns="274320" tIns="91440"/>
          <a:lstStyle>
            <a:lvl1pPr>
              <a:spcAft>
                <a:spcPts val="1200"/>
              </a:spcAft>
              <a:tabLst>
                <a:tab pos="457200" algn="l"/>
              </a:tabLst>
              <a:defRPr sz="5400" b="0" baseline="0">
                <a:solidFill>
                  <a:schemeClr val="bg1"/>
                </a:solidFill>
              </a:defRPr>
            </a:lvl1pPr>
            <a:lvl2pPr>
              <a:spcBef>
                <a:spcPts val="0"/>
              </a:spcBef>
              <a:defRPr sz="1000" b="1"/>
            </a:lvl2pPr>
          </a:lstStyle>
          <a:p>
            <a:pPr lvl="0"/>
            <a:r>
              <a:rPr lang="en-US"/>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46692"/>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52188"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765173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370062"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31506"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71461"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Content Placeholder 2">
            <a:extLst>
              <a:ext uri="{FF2B5EF4-FFF2-40B4-BE49-F238E27FC236}">
                <a16:creationId xmlns:a16="http://schemas.microsoft.com/office/drawing/2014/main" id="{2DEADD9F-C4DB-21BA-6151-16846D00A132}"/>
              </a:ext>
            </a:extLst>
          </p:cNvPr>
          <p:cNvSpPr>
            <a:spLocks noGrp="1"/>
          </p:cNvSpPr>
          <p:nvPr>
            <p:ph sz="quarter" idx="15"/>
          </p:nvPr>
        </p:nvSpPr>
        <p:spPr>
          <a:xfrm>
            <a:off x="368301"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2">
            <a:extLst>
              <a:ext uri="{FF2B5EF4-FFF2-40B4-BE49-F238E27FC236}">
                <a16:creationId xmlns:a16="http://schemas.microsoft.com/office/drawing/2014/main" id="{DEBB524E-5A84-8775-0998-D7CE79E36DCD}"/>
              </a:ext>
            </a:extLst>
          </p:cNvPr>
          <p:cNvSpPr>
            <a:spLocks noGrp="1"/>
          </p:cNvSpPr>
          <p:nvPr>
            <p:ph sz="quarter" idx="16"/>
          </p:nvPr>
        </p:nvSpPr>
        <p:spPr>
          <a:xfrm>
            <a:off x="4239426"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2">
            <a:extLst>
              <a:ext uri="{FF2B5EF4-FFF2-40B4-BE49-F238E27FC236}">
                <a16:creationId xmlns:a16="http://schemas.microsoft.com/office/drawing/2014/main" id="{0FB583A4-A0D5-B473-CEAF-7EDB869751B3}"/>
              </a:ext>
            </a:extLst>
          </p:cNvPr>
          <p:cNvSpPr>
            <a:spLocks noGrp="1"/>
          </p:cNvSpPr>
          <p:nvPr>
            <p:ph sz="quarter" idx="17"/>
          </p:nvPr>
        </p:nvSpPr>
        <p:spPr>
          <a:xfrm>
            <a:off x="8071461"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itle 14">
            <a:extLst>
              <a:ext uri="{FF2B5EF4-FFF2-40B4-BE49-F238E27FC236}">
                <a16:creationId xmlns:a16="http://schemas.microsoft.com/office/drawing/2014/main" id="{FF63D470-D7BD-0CB6-AB02-AD298B18C3E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010454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370062"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67108"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53663"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3" name="Title 2">
            <a:extLst>
              <a:ext uri="{FF2B5EF4-FFF2-40B4-BE49-F238E27FC236}">
                <a16:creationId xmlns:a16="http://schemas.microsoft.com/office/drawing/2014/main" id="{B7CEDE5A-24B5-302A-F9C9-38D8A4ED15EA}"/>
              </a:ext>
            </a:extLst>
          </p:cNvPr>
          <p:cNvSpPr>
            <a:spLocks noGrp="1"/>
          </p:cNvSpPr>
          <p:nvPr>
            <p:ph type="title"/>
          </p:nvPr>
        </p:nvSpPr>
        <p:spPr/>
        <p:txBody>
          <a:bodyPr/>
          <a:lstStyle/>
          <a:p>
            <a:r>
              <a:rPr lang="en-US"/>
              <a:t>Click to edit Master title style</a:t>
            </a:r>
            <a:endParaRPr lang="en-GB"/>
          </a:p>
        </p:txBody>
      </p:sp>
      <p:sp>
        <p:nvSpPr>
          <p:cNvPr id="16" name="Content Placeholder 15">
            <a:extLst>
              <a:ext uri="{FF2B5EF4-FFF2-40B4-BE49-F238E27FC236}">
                <a16:creationId xmlns:a16="http://schemas.microsoft.com/office/drawing/2014/main" id="{44F1DDBE-5AF8-4AE5-035D-1455CB11941A}"/>
              </a:ext>
            </a:extLst>
          </p:cNvPr>
          <p:cNvSpPr>
            <a:spLocks noGrp="1"/>
          </p:cNvSpPr>
          <p:nvPr>
            <p:ph sz="quarter" idx="17"/>
          </p:nvPr>
        </p:nvSpPr>
        <p:spPr>
          <a:xfrm>
            <a:off x="369888"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5">
            <a:extLst>
              <a:ext uri="{FF2B5EF4-FFF2-40B4-BE49-F238E27FC236}">
                <a16:creationId xmlns:a16="http://schemas.microsoft.com/office/drawing/2014/main" id="{0506503A-B70F-E2C2-7E96-19228D38F73B}"/>
              </a:ext>
            </a:extLst>
          </p:cNvPr>
          <p:cNvSpPr>
            <a:spLocks noGrp="1"/>
          </p:cNvSpPr>
          <p:nvPr>
            <p:ph sz="quarter" idx="18"/>
          </p:nvPr>
        </p:nvSpPr>
        <p:spPr>
          <a:xfrm>
            <a:off x="3271236"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5">
            <a:extLst>
              <a:ext uri="{FF2B5EF4-FFF2-40B4-BE49-F238E27FC236}">
                <a16:creationId xmlns:a16="http://schemas.microsoft.com/office/drawing/2014/main" id="{099901CA-C5DD-EA1C-B029-123F8C580614}"/>
              </a:ext>
            </a:extLst>
          </p:cNvPr>
          <p:cNvSpPr>
            <a:spLocks noGrp="1"/>
          </p:cNvSpPr>
          <p:nvPr>
            <p:ph sz="quarter" idx="19"/>
          </p:nvPr>
        </p:nvSpPr>
        <p:spPr>
          <a:xfrm>
            <a:off x="6149975"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Content Placeholder 15">
            <a:extLst>
              <a:ext uri="{FF2B5EF4-FFF2-40B4-BE49-F238E27FC236}">
                <a16:creationId xmlns:a16="http://schemas.microsoft.com/office/drawing/2014/main" id="{066BC0D1-1139-9685-3799-963F80B0C907}"/>
              </a:ext>
            </a:extLst>
          </p:cNvPr>
          <p:cNvSpPr>
            <a:spLocks noGrp="1"/>
          </p:cNvSpPr>
          <p:nvPr>
            <p:ph sz="quarter" idx="20"/>
          </p:nvPr>
        </p:nvSpPr>
        <p:spPr>
          <a:xfrm>
            <a:off x="9047405"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9749986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88305" y="1930138"/>
            <a:ext cx="5670195" cy="4042037"/>
          </a:xfrm>
        </p:spPr>
        <p:txBody>
          <a:bodyPr/>
          <a:lstStyle>
            <a:lvl1pPr algn="ctr">
              <a:defRPr/>
            </a:lvl1pPr>
          </a:lstStyle>
          <a:p>
            <a:r>
              <a:rPr lang="en-US"/>
              <a:t>Click icon to add chart</a:t>
            </a:r>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4" name="Title 3">
            <a:extLst>
              <a:ext uri="{FF2B5EF4-FFF2-40B4-BE49-F238E27FC236}">
                <a16:creationId xmlns:a16="http://schemas.microsoft.com/office/drawing/2014/main" id="{B3172550-E933-8167-0222-DD1326B01A64}"/>
              </a:ext>
            </a:extLst>
          </p:cNvPr>
          <p:cNvSpPr>
            <a:spLocks noGrp="1"/>
          </p:cNvSpPr>
          <p:nvPr>
            <p:ph type="title"/>
          </p:nvPr>
        </p:nvSpPr>
        <p:spPr/>
        <p:txBody>
          <a:bodyPr/>
          <a:lstStyle/>
          <a:p>
            <a:r>
              <a:rPr lang="en-US"/>
              <a:t>Click to edit Master title style</a:t>
            </a:r>
            <a:endParaRPr lang="en-GB"/>
          </a:p>
        </p:txBody>
      </p:sp>
      <p:sp>
        <p:nvSpPr>
          <p:cNvPr id="8" name="Content Placeholder 7">
            <a:extLst>
              <a:ext uri="{FF2B5EF4-FFF2-40B4-BE49-F238E27FC236}">
                <a16:creationId xmlns:a16="http://schemas.microsoft.com/office/drawing/2014/main" id="{40478187-E2B9-385E-A350-C3EAF7AF28EC}"/>
              </a:ext>
            </a:extLst>
          </p:cNvPr>
          <p:cNvSpPr>
            <a:spLocks noGrp="1"/>
          </p:cNvSpPr>
          <p:nvPr>
            <p:ph sz="quarter" idx="11"/>
          </p:nvPr>
        </p:nvSpPr>
        <p:spPr>
          <a:xfrm>
            <a:off x="368300" y="3482975"/>
            <a:ext cx="3746500" cy="248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556618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370062" y="1938393"/>
            <a:ext cx="2696610" cy="2403473"/>
          </a:xfrm>
          <a:solidFill>
            <a:schemeClr val="bg1">
              <a:lumMod val="85000"/>
            </a:schemeClr>
          </a:solidFill>
        </p:spPr>
        <p:txBody>
          <a:bodyPr tIns="365760"/>
          <a:lstStyle>
            <a:lvl1pPr algn="ctr">
              <a:defRPr/>
            </a:lvl1pPr>
          </a:lstStyle>
          <a:p>
            <a:r>
              <a:rPr lang="en-US"/>
              <a:t>Click icon to add picture</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67127" y="1938393"/>
            <a:ext cx="2696610" cy="2403473"/>
          </a:xfrm>
          <a:solidFill>
            <a:schemeClr val="bg1">
              <a:lumMod val="85000"/>
            </a:schemeClr>
          </a:solidFill>
        </p:spPr>
        <p:txBody>
          <a:bodyPr tIns="365760"/>
          <a:lstStyle>
            <a:lvl1pPr algn="ctr">
              <a:defRPr/>
            </a:lvl1pPr>
          </a:lstStyle>
          <a:p>
            <a:r>
              <a:rPr lang="en-US"/>
              <a:t>Click icon to add picture</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0423" y="1938393"/>
            <a:ext cx="2696610" cy="2403473"/>
          </a:xfrm>
          <a:solidFill>
            <a:schemeClr val="bg1">
              <a:lumMod val="85000"/>
            </a:schemeClr>
          </a:solidFill>
        </p:spPr>
        <p:txBody>
          <a:bodyPr tIns="365760"/>
          <a:lstStyle>
            <a:lvl1pPr algn="ctr">
              <a:defRPr/>
            </a:lvl1pPr>
          </a:lstStyle>
          <a:p>
            <a:r>
              <a:rPr lang="en-US"/>
              <a:t>Click icon to add picture</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8340" y="1938393"/>
            <a:ext cx="2696610" cy="2403473"/>
          </a:xfrm>
          <a:solidFill>
            <a:schemeClr val="bg1">
              <a:lumMod val="85000"/>
            </a:schemeClr>
          </a:solidFill>
        </p:spPr>
        <p:txBody>
          <a:bodyPr tIns="365760"/>
          <a:lstStyle>
            <a:lvl1pPr algn="ctr">
              <a:defRPr/>
            </a:lvl1pPr>
          </a:lstStyle>
          <a:p>
            <a:r>
              <a:rPr lang="en-US"/>
              <a:t>Click icon to add picture</a:t>
            </a:r>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1A35449-0894-A02C-8F55-DCFAB1AE42A2}"/>
              </a:ext>
            </a:extLst>
          </p:cNvPr>
          <p:cNvSpPr>
            <a:spLocks noGrp="1"/>
          </p:cNvSpPr>
          <p:nvPr>
            <p:ph type="title"/>
          </p:nvPr>
        </p:nvSpPr>
        <p:spPr/>
        <p:txBody>
          <a:bodyPr/>
          <a:lstStyle/>
          <a:p>
            <a:r>
              <a:rPr lang="en-US"/>
              <a:t>Click to edit Master title style</a:t>
            </a:r>
            <a:endParaRPr lang="en-GB"/>
          </a:p>
        </p:txBody>
      </p:sp>
      <p:sp>
        <p:nvSpPr>
          <p:cNvPr id="8" name="Content Placeholder 7">
            <a:extLst>
              <a:ext uri="{FF2B5EF4-FFF2-40B4-BE49-F238E27FC236}">
                <a16:creationId xmlns:a16="http://schemas.microsoft.com/office/drawing/2014/main" id="{EAA4954E-F516-8DC7-20A3-B649BF255769}"/>
              </a:ext>
            </a:extLst>
          </p:cNvPr>
          <p:cNvSpPr>
            <a:spLocks noGrp="1"/>
          </p:cNvSpPr>
          <p:nvPr>
            <p:ph sz="quarter" idx="24"/>
          </p:nvPr>
        </p:nvSpPr>
        <p:spPr>
          <a:xfrm>
            <a:off x="368300"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
        <p:nvSpPr>
          <p:cNvPr id="9" name="Content Placeholder 7">
            <a:extLst>
              <a:ext uri="{FF2B5EF4-FFF2-40B4-BE49-F238E27FC236}">
                <a16:creationId xmlns:a16="http://schemas.microsoft.com/office/drawing/2014/main" id="{B8FE92CD-7709-9DB8-6AAE-AA80F067440B}"/>
              </a:ext>
            </a:extLst>
          </p:cNvPr>
          <p:cNvSpPr>
            <a:spLocks noGrp="1"/>
          </p:cNvSpPr>
          <p:nvPr>
            <p:ph sz="quarter" idx="25"/>
          </p:nvPr>
        </p:nvSpPr>
        <p:spPr>
          <a:xfrm>
            <a:off x="3267127"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
        <p:nvSpPr>
          <p:cNvPr id="10" name="Content Placeholder 7">
            <a:extLst>
              <a:ext uri="{FF2B5EF4-FFF2-40B4-BE49-F238E27FC236}">
                <a16:creationId xmlns:a16="http://schemas.microsoft.com/office/drawing/2014/main" id="{A2951703-E32B-EAF8-80B8-BAFE647F14A4}"/>
              </a:ext>
            </a:extLst>
          </p:cNvPr>
          <p:cNvSpPr>
            <a:spLocks noGrp="1"/>
          </p:cNvSpPr>
          <p:nvPr>
            <p:ph sz="quarter" idx="26"/>
          </p:nvPr>
        </p:nvSpPr>
        <p:spPr>
          <a:xfrm>
            <a:off x="6151846"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
        <p:nvSpPr>
          <p:cNvPr id="13" name="Content Placeholder 7">
            <a:extLst>
              <a:ext uri="{FF2B5EF4-FFF2-40B4-BE49-F238E27FC236}">
                <a16:creationId xmlns:a16="http://schemas.microsoft.com/office/drawing/2014/main" id="{66FE3CF3-7037-DD51-3661-1034378DCD33}"/>
              </a:ext>
            </a:extLst>
          </p:cNvPr>
          <p:cNvSpPr>
            <a:spLocks noGrp="1"/>
          </p:cNvSpPr>
          <p:nvPr>
            <p:ph sz="quarter" idx="27"/>
          </p:nvPr>
        </p:nvSpPr>
        <p:spPr>
          <a:xfrm>
            <a:off x="9048340"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494150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370586" y="1924016"/>
            <a:ext cx="2696610" cy="1927865"/>
          </a:xfrm>
          <a:solidFill>
            <a:schemeClr val="bg1">
              <a:lumMod val="85000"/>
            </a:schemeClr>
          </a:solidFill>
        </p:spPr>
        <p:txBody>
          <a:bodyPr tIns="365760"/>
          <a:lstStyle>
            <a:lvl1pPr algn="ctr">
              <a:defRPr/>
            </a:lvl1pPr>
          </a:lstStyle>
          <a:p>
            <a:r>
              <a:rPr lang="en-US"/>
              <a:t>Click icon to add picture</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68300" y="4012229"/>
            <a:ext cx="2696610" cy="1927865"/>
          </a:xfrm>
          <a:solidFill>
            <a:schemeClr val="bg1">
              <a:lumMod val="85000"/>
            </a:schemeClr>
          </a:solidFill>
        </p:spPr>
        <p:txBody>
          <a:bodyPr tIns="365760"/>
          <a:lstStyle>
            <a:lvl1pPr algn="ctr">
              <a:defRPr/>
            </a:lvl1pPr>
          </a:lstStyle>
          <a:p>
            <a:r>
              <a:rPr lang="en-US"/>
              <a:t>Click icon to add picture</a:t>
            </a:r>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55682" y="1927615"/>
            <a:ext cx="2696610" cy="1927865"/>
          </a:xfrm>
          <a:solidFill>
            <a:schemeClr val="bg1">
              <a:lumMod val="85000"/>
            </a:schemeClr>
          </a:solidFill>
        </p:spPr>
        <p:txBody>
          <a:bodyPr tIns="365760"/>
          <a:lstStyle>
            <a:lvl1pPr algn="ctr">
              <a:defRPr/>
            </a:lvl1pPr>
          </a:lstStyle>
          <a:p>
            <a:r>
              <a:rPr lang="en-US"/>
              <a:t>Click icon to add picture</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55682" y="4006850"/>
            <a:ext cx="2696610" cy="1927865"/>
          </a:xfrm>
          <a:solidFill>
            <a:schemeClr val="bg1">
              <a:lumMod val="85000"/>
            </a:schemeClr>
          </a:solidFill>
        </p:spPr>
        <p:txBody>
          <a:bodyPr tIns="36576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DA84C67F-7F12-B485-C133-367619428FBC}"/>
              </a:ext>
            </a:extLst>
          </p:cNvPr>
          <p:cNvSpPr>
            <a:spLocks noGrp="1"/>
          </p:cNvSpPr>
          <p:nvPr>
            <p:ph type="title"/>
          </p:nvPr>
        </p:nvSpPr>
        <p:spPr/>
        <p:txBody>
          <a:bodyPr/>
          <a:lstStyle/>
          <a:p>
            <a:r>
              <a:rPr lang="en-US"/>
              <a:t>Click to edit Master title style</a:t>
            </a:r>
            <a:endParaRPr lang="en-GB"/>
          </a:p>
        </p:txBody>
      </p:sp>
      <p:sp>
        <p:nvSpPr>
          <p:cNvPr id="13" name="Content Placeholder 12">
            <a:extLst>
              <a:ext uri="{FF2B5EF4-FFF2-40B4-BE49-F238E27FC236}">
                <a16:creationId xmlns:a16="http://schemas.microsoft.com/office/drawing/2014/main" id="{C4995FEB-FD4F-B089-F6E6-2920F4574AB5}"/>
              </a:ext>
            </a:extLst>
          </p:cNvPr>
          <p:cNvSpPr>
            <a:spLocks noGrp="1"/>
          </p:cNvSpPr>
          <p:nvPr>
            <p:ph sz="quarter" idx="28"/>
          </p:nvPr>
        </p:nvSpPr>
        <p:spPr>
          <a:xfrm>
            <a:off x="3257550" y="1924016"/>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12">
            <a:extLst>
              <a:ext uri="{FF2B5EF4-FFF2-40B4-BE49-F238E27FC236}">
                <a16:creationId xmlns:a16="http://schemas.microsoft.com/office/drawing/2014/main" id="{27422C95-30AE-DA35-26C7-4D859468EE89}"/>
              </a:ext>
            </a:extLst>
          </p:cNvPr>
          <p:cNvSpPr>
            <a:spLocks noGrp="1"/>
          </p:cNvSpPr>
          <p:nvPr>
            <p:ph sz="quarter" idx="29"/>
          </p:nvPr>
        </p:nvSpPr>
        <p:spPr>
          <a:xfrm>
            <a:off x="3257550" y="4006850"/>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2">
            <a:extLst>
              <a:ext uri="{FF2B5EF4-FFF2-40B4-BE49-F238E27FC236}">
                <a16:creationId xmlns:a16="http://schemas.microsoft.com/office/drawing/2014/main" id="{EB8C9608-59D0-BF46-B719-9598B6A020EF}"/>
              </a:ext>
            </a:extLst>
          </p:cNvPr>
          <p:cNvSpPr>
            <a:spLocks noGrp="1"/>
          </p:cNvSpPr>
          <p:nvPr>
            <p:ph sz="quarter" idx="30"/>
          </p:nvPr>
        </p:nvSpPr>
        <p:spPr>
          <a:xfrm>
            <a:off x="9045164" y="1924016"/>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2">
            <a:extLst>
              <a:ext uri="{FF2B5EF4-FFF2-40B4-BE49-F238E27FC236}">
                <a16:creationId xmlns:a16="http://schemas.microsoft.com/office/drawing/2014/main" id="{83B437C6-3E7C-2B00-379C-58EBBE522843}"/>
              </a:ext>
            </a:extLst>
          </p:cNvPr>
          <p:cNvSpPr>
            <a:spLocks noGrp="1"/>
          </p:cNvSpPr>
          <p:nvPr>
            <p:ph sz="quarter" idx="31"/>
          </p:nvPr>
        </p:nvSpPr>
        <p:spPr>
          <a:xfrm>
            <a:off x="9045164" y="4006850"/>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4232993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9049CDF5-8A8F-79F6-E93E-E0A712397C7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367789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8096424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957033"/>
            <a:ext cx="6629400" cy="1482725"/>
          </a:xfrm>
        </p:spPr>
        <p:txBody>
          <a:bodyPr anchor="t" anchorCtr="0"/>
          <a:lstStyle>
            <a:lvl1pPr algn="l">
              <a:lnSpc>
                <a:spcPct val="80000"/>
              </a:lnSpc>
              <a:spcBef>
                <a:spcPts val="1200"/>
              </a:spcBef>
              <a:defRPr sz="6600"/>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349554448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428750"/>
            <a:ext cx="8520907" cy="1933344"/>
          </a:xfrm>
        </p:spPr>
        <p:txBody>
          <a:bodyPr anchor="b"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370062"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96186466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157" y="1957425"/>
            <a:ext cx="5229304" cy="2441537"/>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30530"/>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70157"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256323286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370062" y="373155"/>
            <a:ext cx="11453638" cy="3516220"/>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4437010"/>
            <a:ext cx="5630031" cy="1541462"/>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5493"/>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422520253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6" name="TextBox 5">
            <a:extLst>
              <a:ext uri="{FF2B5EF4-FFF2-40B4-BE49-F238E27FC236}">
                <a16:creationId xmlns:a16="http://schemas.microsoft.com/office/drawing/2014/main" id="{0556A229-FEBB-D152-453C-CB7311E22927}"/>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a:solidFill>
                  <a:schemeClr val="tx1"/>
                </a:solidFill>
                <a:latin typeface="+mj-lt"/>
                <a:cs typeface="Arial" panose="020B0604020202020204" pitchFamily="34" charset="0"/>
              </a:rPr>
              <a:t>pwc.com</a:t>
            </a:r>
          </a:p>
        </p:txBody>
      </p:sp>
      <p:sp>
        <p:nvSpPr>
          <p:cNvPr id="4" name="Title 3">
            <a:extLst>
              <a:ext uri="{FF2B5EF4-FFF2-40B4-BE49-F238E27FC236}">
                <a16:creationId xmlns:a16="http://schemas.microsoft.com/office/drawing/2014/main" id="{04760CE5-544A-F30C-8082-D31FCC54B7F2}"/>
              </a:ext>
            </a:extLst>
          </p:cNvPr>
          <p:cNvSpPr>
            <a:spLocks noGrp="1"/>
          </p:cNvSpPr>
          <p:nvPr>
            <p:ph type="title"/>
          </p:nvPr>
        </p:nvSpPr>
        <p:spPr/>
        <p:txBody>
          <a:bodyPr/>
          <a:lstStyle/>
          <a:p>
            <a:r>
              <a:rPr lang="en-US"/>
              <a:t>Click to edit Master title style</a:t>
            </a:r>
            <a:endParaRPr lang="en-GB"/>
          </a:p>
        </p:txBody>
      </p:sp>
      <p:sp>
        <p:nvSpPr>
          <p:cNvPr id="7" name="Content Placeholder 6">
            <a:extLst>
              <a:ext uri="{FF2B5EF4-FFF2-40B4-BE49-F238E27FC236}">
                <a16:creationId xmlns:a16="http://schemas.microsoft.com/office/drawing/2014/main" id="{B125B3EF-B02C-F8B5-CF3D-C9F9193AA5BE}"/>
              </a:ext>
            </a:extLst>
          </p:cNvPr>
          <p:cNvSpPr>
            <a:spLocks noGrp="1"/>
          </p:cNvSpPr>
          <p:nvPr>
            <p:ph sz="quarter" idx="10"/>
          </p:nvPr>
        </p:nvSpPr>
        <p:spPr>
          <a:xfrm>
            <a:off x="368300" y="1924050"/>
            <a:ext cx="8523288"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8046155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70586" y="368301"/>
            <a:ext cx="11453114" cy="9271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68299" y="1924050"/>
            <a:ext cx="6638925" cy="40481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109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68300" y="649109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25491" y="6491091"/>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683" r:id="rId3"/>
    <p:sldLayoutId id="2147483743" r:id="rId4"/>
    <p:sldLayoutId id="2147483745" r:id="rId5"/>
    <p:sldLayoutId id="2147483746" r:id="rId6"/>
    <p:sldLayoutId id="2147483651" r:id="rId7"/>
    <p:sldLayoutId id="2147483659" r:id="rId8"/>
    <p:sldLayoutId id="2147483660" r:id="rId9"/>
    <p:sldLayoutId id="2147483733" r:id="rId10"/>
    <p:sldLayoutId id="2147483738" r:id="rId11"/>
    <p:sldLayoutId id="2147483739" r:id="rId12"/>
    <p:sldLayoutId id="2147483741" r:id="rId13"/>
    <p:sldLayoutId id="2147483740" r:id="rId14"/>
    <p:sldLayoutId id="2147483696" r:id="rId15"/>
    <p:sldLayoutId id="2147483697" r:id="rId16"/>
    <p:sldLayoutId id="2147483723" r:id="rId17"/>
    <p:sldLayoutId id="2147483724" r:id="rId18"/>
    <p:sldLayoutId id="2147483702" r:id="rId19"/>
    <p:sldLayoutId id="2147483752" r:id="rId20"/>
    <p:sldLayoutId id="2147483684" r:id="rId21"/>
    <p:sldLayoutId id="2147483753" r:id="rId22"/>
    <p:sldLayoutId id="2147483703" r:id="rId23"/>
    <p:sldLayoutId id="2147483704" r:id="rId24"/>
    <p:sldLayoutId id="2147483705" r:id="rId25"/>
    <p:sldLayoutId id="2147483685" r:id="rId26"/>
    <p:sldLayoutId id="2147483754" r:id="rId27"/>
    <p:sldLayoutId id="2147483706" r:id="rId28"/>
    <p:sldLayoutId id="2147483719" r:id="rId29"/>
    <p:sldLayoutId id="2147483717" r:id="rId30"/>
    <p:sldLayoutId id="2147483718" r:id="rId31"/>
    <p:sldLayoutId id="2147483707" r:id="rId32"/>
    <p:sldLayoutId id="2147483708" r:id="rId33"/>
    <p:sldLayoutId id="2147483709" r:id="rId34"/>
    <p:sldLayoutId id="2147483686" r:id="rId35"/>
    <p:sldLayoutId id="2147483755" r:id="rId36"/>
    <p:sldLayoutId id="2147483722" r:id="rId37"/>
    <p:sldLayoutId id="2147483721" r:id="rId38"/>
    <p:sldLayoutId id="2147483714" r:id="rId39"/>
    <p:sldLayoutId id="2147483710" r:id="rId40"/>
    <p:sldLayoutId id="2147483711" r:id="rId41"/>
    <p:sldLayoutId id="2147483687" r:id="rId42"/>
    <p:sldLayoutId id="2147483756" r:id="rId43"/>
    <p:sldLayoutId id="2147483713" r:id="rId44"/>
    <p:sldLayoutId id="2147483662" r:id="rId45"/>
    <p:sldLayoutId id="2147483699" r:id="rId46"/>
    <p:sldLayoutId id="2147483689" r:id="rId47"/>
    <p:sldLayoutId id="2147483664" r:id="rId48"/>
    <p:sldLayoutId id="2147483690" r:id="rId49"/>
    <p:sldLayoutId id="2147483691" r:id="rId50"/>
    <p:sldLayoutId id="2147483692" r:id="rId51"/>
    <p:sldLayoutId id="2147483671" r:id="rId52"/>
    <p:sldLayoutId id="2147483700" r:id="rId53"/>
    <p:sldLayoutId id="2147483701" r:id="rId54"/>
    <p:sldLayoutId id="2147483693" r:id="rId55"/>
    <p:sldLayoutId id="2147483694" r:id="rId56"/>
    <p:sldLayoutId id="2147483673" r:id="rId57"/>
    <p:sldLayoutId id="2147483676" r:id="rId58"/>
    <p:sldLayoutId id="2147483715" r:id="rId59"/>
    <p:sldLayoutId id="2147483716" r:id="rId60"/>
    <p:sldLayoutId id="2147483678" r:id="rId61"/>
    <p:sldLayoutId id="2147483679" r:id="rId62"/>
    <p:sldLayoutId id="2147483680" r:id="rId63"/>
    <p:sldLayoutId id="2147483666" r:id="rId64"/>
    <p:sldLayoutId id="2147483720" r:id="rId65"/>
    <p:sldLayoutId id="2147483654" r:id="rId66"/>
    <p:sldLayoutId id="2147483655" r:id="rId67"/>
    <p:sldLayoutId id="2147483681" r:id="rId68"/>
    <p:sldLayoutId id="2147483725" r:id="rId69"/>
    <p:sldLayoutId id="2147483726" r:id="rId70"/>
    <p:sldLayoutId id="2147483727" r:id="rId71"/>
    <p:sldLayoutId id="2147483742" r:id="rId72"/>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3" pos="232" userDrawn="1">
          <p15:clr>
            <a:srgbClr val="F26B43"/>
          </p15:clr>
        </p15:guide>
        <p15:guide id="4" pos="7448" userDrawn="1">
          <p15:clr>
            <a:srgbClr val="F26B43"/>
          </p15:clr>
        </p15:guide>
        <p15:guide id="11" orient="horz" pos="4088" userDrawn="1">
          <p15:clr>
            <a:srgbClr val="F26B43"/>
          </p15:clr>
        </p15:guide>
        <p15:guide id="12" pos="778" userDrawn="1">
          <p15:clr>
            <a:srgbClr val="F26B43"/>
          </p15:clr>
        </p15:guide>
        <p15:guide id="13" pos="840" userDrawn="1">
          <p15:clr>
            <a:srgbClr val="F26B43"/>
          </p15:clr>
        </p15:guide>
        <p15:guide id="14" pos="1378" userDrawn="1">
          <p15:clr>
            <a:srgbClr val="F26B43"/>
          </p15:clr>
        </p15:guide>
        <p15:guide id="15" pos="1446" userDrawn="1">
          <p15:clr>
            <a:srgbClr val="F26B43"/>
          </p15:clr>
        </p15:guide>
        <p15:guide id="16" pos="1986" userDrawn="1">
          <p15:clr>
            <a:srgbClr val="F26B43"/>
          </p15:clr>
        </p15:guide>
        <p15:guide id="17" pos="2052" userDrawn="1">
          <p15:clr>
            <a:srgbClr val="F26B43"/>
          </p15:clr>
        </p15:guide>
        <p15:guide id="18" pos="2592" userDrawn="1">
          <p15:clr>
            <a:srgbClr val="F26B43"/>
          </p15:clr>
        </p15:guide>
        <p15:guide id="19" pos="2662" userDrawn="1">
          <p15:clr>
            <a:srgbClr val="F26B43"/>
          </p15:clr>
        </p15:guide>
        <p15:guide id="20" pos="3200" userDrawn="1">
          <p15:clr>
            <a:srgbClr val="F26B43"/>
          </p15:clr>
        </p15:guide>
        <p15:guide id="21" pos="3266" userDrawn="1">
          <p15:clr>
            <a:srgbClr val="F26B43"/>
          </p15:clr>
        </p15:guide>
        <p15:guide id="22" pos="3806" userDrawn="1">
          <p15:clr>
            <a:srgbClr val="F26B43"/>
          </p15:clr>
        </p15:guide>
        <p15:guide id="23" pos="3874" userDrawn="1">
          <p15:clr>
            <a:srgbClr val="F26B43"/>
          </p15:clr>
        </p15:guide>
        <p15:guide id="24" pos="4414" userDrawn="1">
          <p15:clr>
            <a:srgbClr val="F26B43"/>
          </p15:clr>
        </p15:guide>
        <p15:guide id="25" pos="5018" userDrawn="1">
          <p15:clr>
            <a:srgbClr val="F26B43"/>
          </p15:clr>
        </p15:guide>
        <p15:guide id="26" pos="4480" userDrawn="1">
          <p15:clr>
            <a:srgbClr val="F26B43"/>
          </p15:clr>
        </p15:guide>
        <p15:guide id="27" pos="5086" userDrawn="1">
          <p15:clr>
            <a:srgbClr val="F26B43"/>
          </p15:clr>
        </p15:guide>
        <p15:guide id="28" pos="5626" userDrawn="1">
          <p15:clr>
            <a:srgbClr val="F26B43"/>
          </p15:clr>
        </p15:guide>
        <p15:guide id="29" pos="5694" userDrawn="1">
          <p15:clr>
            <a:srgbClr val="F26B43"/>
          </p15:clr>
        </p15:guide>
        <p15:guide id="30" pos="6232" userDrawn="1">
          <p15:clr>
            <a:srgbClr val="F26B43"/>
          </p15:clr>
        </p15:guide>
        <p15:guide id="31" pos="6300" userDrawn="1">
          <p15:clr>
            <a:srgbClr val="F26B43"/>
          </p15:clr>
        </p15:guide>
        <p15:guide id="32" pos="6840" userDrawn="1">
          <p15:clr>
            <a:srgbClr val="F26B43"/>
          </p15:clr>
        </p15:guide>
        <p15:guide id="33" pos="6908" userDrawn="1">
          <p15:clr>
            <a:srgbClr val="F26B43"/>
          </p15:clr>
        </p15:guide>
        <p15:guide id="34" orient="horz" pos="488" userDrawn="1">
          <p15:clr>
            <a:srgbClr val="F26B43"/>
          </p15:clr>
        </p15:guide>
        <p15:guide id="35" orient="horz" pos="560" userDrawn="1">
          <p15:clr>
            <a:srgbClr val="F26B43"/>
          </p15:clr>
        </p15:guide>
        <p15:guide id="36" orient="horz" pos="816" userDrawn="1">
          <p15:clr>
            <a:srgbClr val="F26B43"/>
          </p15:clr>
        </p15:guide>
        <p15:guide id="37" orient="horz" pos="886" userDrawn="1">
          <p15:clr>
            <a:srgbClr val="F26B43"/>
          </p15:clr>
        </p15:guide>
        <p15:guide id="38" orient="horz" pos="1144" userDrawn="1">
          <p15:clr>
            <a:srgbClr val="F26B43"/>
          </p15:clr>
        </p15:guide>
        <p15:guide id="39" orient="horz" pos="1212" userDrawn="1">
          <p15:clr>
            <a:srgbClr val="F26B43"/>
          </p15:clr>
        </p15:guide>
        <p15:guide id="40" orient="horz" pos="1472" userDrawn="1">
          <p15:clr>
            <a:srgbClr val="F26B43"/>
          </p15:clr>
        </p15:guide>
        <p15:guide id="41" orient="horz" pos="1798" userDrawn="1">
          <p15:clr>
            <a:srgbClr val="F26B43"/>
          </p15:clr>
        </p15:guide>
        <p15:guide id="42" orient="horz" pos="1864" userDrawn="1">
          <p15:clr>
            <a:srgbClr val="F26B43"/>
          </p15:clr>
        </p15:guide>
        <p15:guide id="43" orient="horz" pos="2124" userDrawn="1">
          <p15:clr>
            <a:srgbClr val="F26B43"/>
          </p15:clr>
        </p15:guide>
        <p15:guide id="44" orient="horz" pos="2194" userDrawn="1">
          <p15:clr>
            <a:srgbClr val="F26B43"/>
          </p15:clr>
        </p15:guide>
        <p15:guide id="45" orient="horz" pos="2450" userDrawn="1">
          <p15:clr>
            <a:srgbClr val="F26B43"/>
          </p15:clr>
        </p15:guide>
        <p15:guide id="46" orient="horz" pos="2520" userDrawn="1">
          <p15:clr>
            <a:srgbClr val="F26B43"/>
          </p15:clr>
        </p15:guide>
        <p15:guide id="47" orient="horz" pos="2778" userDrawn="1">
          <p15:clr>
            <a:srgbClr val="F26B43"/>
          </p15:clr>
        </p15:guide>
        <p15:guide id="48" orient="horz" pos="2846" userDrawn="1">
          <p15:clr>
            <a:srgbClr val="F26B43"/>
          </p15:clr>
        </p15:guide>
        <p15:guide id="49" orient="horz" pos="3104" userDrawn="1">
          <p15:clr>
            <a:srgbClr val="F26B43"/>
          </p15:clr>
        </p15:guide>
        <p15:guide id="50" orient="horz" pos="3174" userDrawn="1">
          <p15:clr>
            <a:srgbClr val="F26B43"/>
          </p15:clr>
        </p15:guide>
        <p15:guide id="51" orient="horz" pos="3432" userDrawn="1">
          <p15:clr>
            <a:srgbClr val="F26B43"/>
          </p15:clr>
        </p15:guide>
        <p15:guide id="52" orient="horz" pos="3498" userDrawn="1">
          <p15:clr>
            <a:srgbClr val="F26B43"/>
          </p15:clr>
        </p15:guide>
        <p15:guide id="53" orient="horz" pos="3762" userDrawn="1">
          <p15:clr>
            <a:srgbClr val="F26B43"/>
          </p15:clr>
        </p15:guide>
        <p15:guide id="54" orient="horz" pos="3830" userDrawn="1">
          <p15:clr>
            <a:srgbClr val="F26B43"/>
          </p15:clr>
        </p15:guide>
        <p15:guide id="55" orient="horz" pos="153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37.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867C-3856-C0D9-DCE0-ADBD5C0B6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BF121-4939-9A21-A839-230CC776A674}"/>
              </a:ext>
            </a:extLst>
          </p:cNvPr>
          <p:cNvSpPr>
            <a:spLocks noGrp="1"/>
          </p:cNvSpPr>
          <p:nvPr>
            <p:ph type="ctrTitle"/>
          </p:nvPr>
        </p:nvSpPr>
        <p:spPr>
          <a:xfrm>
            <a:off x="377470" y="1935032"/>
            <a:ext cx="8144738" cy="1828800"/>
          </a:xfrm>
        </p:spPr>
        <p:txBody>
          <a:bodyPr/>
          <a:lstStyle/>
          <a:p>
            <a:r>
              <a:rPr lang="en-ZA" b="1"/>
              <a:t>Data Science Graduate Program Assessment Brief</a:t>
            </a:r>
            <a:br>
              <a:rPr lang="en-ZA" b="1" dirty="0"/>
            </a:br>
            <a:br>
              <a:rPr lang="en-ZA" dirty="0"/>
            </a:br>
            <a:endParaRPr lang="en-GB" noProof="0"/>
          </a:p>
        </p:txBody>
      </p:sp>
      <p:sp>
        <p:nvSpPr>
          <p:cNvPr id="9" name="Subtitle 8">
            <a:extLst>
              <a:ext uri="{FF2B5EF4-FFF2-40B4-BE49-F238E27FC236}">
                <a16:creationId xmlns:a16="http://schemas.microsoft.com/office/drawing/2014/main" id="{6D45FBCF-F654-37CF-10CA-7AB40D869512}"/>
              </a:ext>
            </a:extLst>
          </p:cNvPr>
          <p:cNvSpPr>
            <a:spLocks noGrp="1"/>
          </p:cNvSpPr>
          <p:nvPr>
            <p:ph type="subTitle" idx="1"/>
          </p:nvPr>
        </p:nvSpPr>
        <p:spPr/>
        <p:txBody>
          <a:bodyPr vert="horz" lIns="0" tIns="0" rIns="0" bIns="0" rtlCol="0" anchor="t">
            <a:noAutofit/>
          </a:bodyPr>
          <a:lstStyle/>
          <a:p>
            <a:r>
              <a:rPr lang="en-GB"/>
              <a:t>2026</a:t>
            </a:r>
            <a:endParaRPr lang="en-US"/>
          </a:p>
        </p:txBody>
      </p:sp>
    </p:spTree>
    <p:extLst>
      <p:ext uri="{BB962C8B-B14F-4D97-AF65-F5344CB8AC3E}">
        <p14:creationId xmlns:p14="http://schemas.microsoft.com/office/powerpoint/2010/main" val="1865854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C6ECD8-8064-F6BE-B1AF-B31DC5A921A2}"/>
              </a:ext>
            </a:extLst>
          </p:cNvPr>
          <p:cNvSpPr>
            <a:spLocks noGrp="1"/>
          </p:cNvSpPr>
          <p:nvPr>
            <p:ph type="title"/>
          </p:nvPr>
        </p:nvSpPr>
        <p:spPr/>
        <p:txBody>
          <a:bodyPr/>
          <a:lstStyle/>
          <a:p>
            <a:r>
              <a:rPr lang="en-GB" noProof="0"/>
              <a:t>Overview</a:t>
            </a:r>
          </a:p>
        </p:txBody>
      </p:sp>
      <p:sp>
        <p:nvSpPr>
          <p:cNvPr id="4" name="Content Placeholder 3">
            <a:extLst>
              <a:ext uri="{FF2B5EF4-FFF2-40B4-BE49-F238E27FC236}">
                <a16:creationId xmlns:a16="http://schemas.microsoft.com/office/drawing/2014/main" id="{F07C2F23-78DF-673D-FB05-94BB228F4D67}"/>
              </a:ext>
            </a:extLst>
          </p:cNvPr>
          <p:cNvSpPr>
            <a:spLocks noGrp="1"/>
          </p:cNvSpPr>
          <p:nvPr>
            <p:ph idx="1"/>
          </p:nvPr>
        </p:nvSpPr>
        <p:spPr>
          <a:xfrm>
            <a:off x="6138621" y="1547876"/>
            <a:ext cx="5663406" cy="3161284"/>
          </a:xfrm>
        </p:spPr>
        <p:txBody>
          <a:bodyPr vert="horz" lIns="0" tIns="0" rIns="0" bIns="0" rtlCol="0" anchor="t">
            <a:noAutofit/>
          </a:bodyPr>
          <a:lstStyle/>
          <a:p>
            <a:pPr lvl="1"/>
            <a:r>
              <a:rPr lang="en-ZA" noProof="0"/>
              <a:t>This assessment is designed to reflect the kind of work you may do as part of the </a:t>
            </a:r>
            <a:r>
              <a:rPr lang="en-ZA"/>
              <a:t>AI &amp; Modelling Team</a:t>
            </a:r>
            <a:r>
              <a:rPr lang="en-ZA" noProof="0"/>
              <a:t>.</a:t>
            </a:r>
            <a:endParaRPr lang="en-ZA" noProof="0">
              <a:cs typeface="Arial"/>
            </a:endParaRPr>
          </a:p>
          <a:p>
            <a:pPr lvl="1"/>
            <a:r>
              <a:rPr lang="en-ZA" noProof="0"/>
              <a:t>In a typical project, you may be asked to:</a:t>
            </a:r>
          </a:p>
          <a:p>
            <a:pPr marL="171450" lvl="1" indent="-171450">
              <a:buFont typeface="Arial" panose="020B0604020202020204" pitchFamily="34" charset="0"/>
              <a:buChar char="•"/>
            </a:pPr>
            <a:r>
              <a:rPr lang="en-ZA" noProof="0"/>
              <a:t>Understand a client’s challenge from a brief, meeting notes, or a problem statement</a:t>
            </a:r>
            <a:endParaRPr lang="en-ZA" noProof="0">
              <a:cs typeface="Arial"/>
            </a:endParaRPr>
          </a:p>
          <a:p>
            <a:pPr marL="171450" lvl="1" indent="-171450">
              <a:buFont typeface="Arial" panose="020B0604020202020204" pitchFamily="34" charset="0"/>
              <a:buChar char="•"/>
            </a:pPr>
            <a:r>
              <a:rPr lang="en-ZA"/>
              <a:t>I</a:t>
            </a:r>
            <a:r>
              <a:rPr lang="en-ZA" noProof="0"/>
              <a:t>dentify the most important pain points and opportunities</a:t>
            </a:r>
            <a:r>
              <a:rPr lang="en-ZA"/>
              <a:t> where we could provide value through</a:t>
            </a:r>
            <a:r>
              <a:rPr lang="en-ZA" noProof="0"/>
              <a:t> </a:t>
            </a:r>
            <a:r>
              <a:rPr lang="en-ZA"/>
              <a:t>the use of </a:t>
            </a:r>
            <a:r>
              <a:rPr lang="en-ZA" noProof="0"/>
              <a:t>AI, automation, </a:t>
            </a:r>
            <a:r>
              <a:rPr lang="en-ZA"/>
              <a:t>analytics</a:t>
            </a:r>
            <a:r>
              <a:rPr lang="en-ZA" noProof="0"/>
              <a:t> </a:t>
            </a:r>
            <a:r>
              <a:rPr lang="en-ZA"/>
              <a:t>or software development</a:t>
            </a:r>
            <a:endParaRPr lang="en-ZA" noProof="0">
              <a:cs typeface="Arial"/>
            </a:endParaRPr>
          </a:p>
          <a:p>
            <a:pPr marL="171450" lvl="1" indent="-171450">
              <a:buFont typeface="Arial" panose="020B0604020202020204" pitchFamily="34" charset="0"/>
              <a:buChar char="•"/>
            </a:pPr>
            <a:r>
              <a:rPr lang="en-ZA">
                <a:cs typeface="Arial"/>
              </a:rPr>
              <a:t>Review what is and would be available (e.g. data)</a:t>
            </a:r>
            <a:endParaRPr lang="en-ZA"/>
          </a:p>
          <a:p>
            <a:pPr marL="171450" lvl="1" indent="-171450">
              <a:buFont typeface="Arial" panose="020B0604020202020204" pitchFamily="34" charset="0"/>
              <a:buChar char="•"/>
            </a:pPr>
            <a:r>
              <a:rPr lang="en-ZA"/>
              <a:t>D</a:t>
            </a:r>
            <a:r>
              <a:rPr lang="en-ZA" noProof="0"/>
              <a:t>evelop a visual </a:t>
            </a:r>
            <a:r>
              <a:rPr lang="en-ZA"/>
              <a:t>demo, showcase, concept</a:t>
            </a:r>
            <a:r>
              <a:rPr lang="en-ZA" noProof="0"/>
              <a:t> or mock-up of a possible solution</a:t>
            </a:r>
            <a:endParaRPr lang="en-ZA" noProof="0">
              <a:cs typeface="Arial"/>
            </a:endParaRPr>
          </a:p>
          <a:p>
            <a:pPr marL="171450" lvl="1" indent="-171450">
              <a:buFont typeface="Arial" panose="020B0604020202020204" pitchFamily="34" charset="0"/>
              <a:buChar char="•"/>
            </a:pPr>
            <a:r>
              <a:rPr lang="en-ZA" noProof="0"/>
              <a:t>Present your thinking back to a manager, team, or client.</a:t>
            </a:r>
            <a:endParaRPr lang="en-ZA" noProof="0">
              <a:cs typeface="Arial"/>
            </a:endParaRPr>
          </a:p>
          <a:p>
            <a:pPr lvl="1"/>
            <a:r>
              <a:rPr lang="en-ZA" noProof="0"/>
              <a:t>This assessment mirrors that process.</a:t>
            </a:r>
            <a:endParaRPr lang="en-GB" noProof="0"/>
          </a:p>
        </p:txBody>
      </p:sp>
      <p:sp>
        <p:nvSpPr>
          <p:cNvPr id="5" name="Slide Number Placeholder 4">
            <a:extLst>
              <a:ext uri="{FF2B5EF4-FFF2-40B4-BE49-F238E27FC236}">
                <a16:creationId xmlns:a16="http://schemas.microsoft.com/office/drawing/2014/main" id="{5E7A477E-8C2E-9A14-CF15-D49599909D06}"/>
              </a:ext>
            </a:extLst>
          </p:cNvPr>
          <p:cNvSpPr>
            <a:spLocks noGrp="1"/>
          </p:cNvSpPr>
          <p:nvPr>
            <p:ph type="sldNum" sz="quarter" idx="4"/>
          </p:nvPr>
        </p:nvSpPr>
        <p:spPr/>
        <p:txBody>
          <a:bodyPr/>
          <a:lstStyle/>
          <a:p>
            <a:fld id="{3E6AC032-1535-134B-A583-D5E1DDD0D167}" type="slidenum">
              <a:rPr lang="en-US" smtClean="0"/>
              <a:pPr/>
              <a:t>2</a:t>
            </a:fld>
            <a:endParaRPr lang="en-US"/>
          </a:p>
        </p:txBody>
      </p:sp>
    </p:spTree>
    <p:extLst>
      <p:ext uri="{BB962C8B-B14F-4D97-AF65-F5344CB8AC3E}">
        <p14:creationId xmlns:p14="http://schemas.microsoft.com/office/powerpoint/2010/main" val="3074906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64880-0038-0C1D-24BB-0A0E59F012D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E1A5EF-AC23-2971-9B7A-4302BEC6194A}"/>
              </a:ext>
            </a:extLst>
          </p:cNvPr>
          <p:cNvSpPr>
            <a:spLocks noGrp="1"/>
          </p:cNvSpPr>
          <p:nvPr>
            <p:ph type="title"/>
          </p:nvPr>
        </p:nvSpPr>
        <p:spPr/>
        <p:txBody>
          <a:bodyPr/>
          <a:lstStyle/>
          <a:p>
            <a:r>
              <a:rPr lang="en-GB" noProof="0"/>
              <a:t>Agenda </a:t>
            </a:r>
          </a:p>
        </p:txBody>
      </p:sp>
      <p:sp>
        <p:nvSpPr>
          <p:cNvPr id="3" name="Slide Number Placeholder 2">
            <a:extLst>
              <a:ext uri="{FF2B5EF4-FFF2-40B4-BE49-F238E27FC236}">
                <a16:creationId xmlns:a16="http://schemas.microsoft.com/office/drawing/2014/main" id="{610A1DA2-250C-B804-EB1C-0366BFF0E7B5}"/>
              </a:ext>
            </a:extLst>
          </p:cNvPr>
          <p:cNvSpPr>
            <a:spLocks noGrp="1"/>
          </p:cNvSpPr>
          <p:nvPr>
            <p:ph type="sldNum" sz="quarter" idx="4"/>
          </p:nvPr>
        </p:nvSpPr>
        <p:spPr/>
        <p:txBody>
          <a:bodyPr/>
          <a:lstStyle/>
          <a:p>
            <a:fld id="{3E6AC032-1535-134B-A583-D5E1DDD0D167}" type="slidenum">
              <a:rPr lang="en-US" smtClean="0"/>
              <a:pPr/>
              <a:t>3</a:t>
            </a:fld>
            <a:endParaRPr lang="en-US"/>
          </a:p>
        </p:txBody>
      </p:sp>
      <p:sp>
        <p:nvSpPr>
          <p:cNvPr id="45" name="Text Placeholder 44">
            <a:extLst>
              <a:ext uri="{FF2B5EF4-FFF2-40B4-BE49-F238E27FC236}">
                <a16:creationId xmlns:a16="http://schemas.microsoft.com/office/drawing/2014/main" id="{294A44B0-6210-AE3D-915C-F143A389C9C5}"/>
              </a:ext>
            </a:extLst>
          </p:cNvPr>
          <p:cNvSpPr>
            <a:spLocks noGrp="1"/>
          </p:cNvSpPr>
          <p:nvPr>
            <p:ph type="body" sz="quarter" idx="12"/>
          </p:nvPr>
        </p:nvSpPr>
        <p:spPr/>
        <p:txBody>
          <a:bodyPr vert="horz" lIns="0" tIns="73152" rIns="0" bIns="0" rtlCol="0" anchor="t">
            <a:noAutofit/>
          </a:bodyPr>
          <a:lstStyle/>
          <a:p>
            <a:r>
              <a:rPr lang="da-DK" b="1">
                <a:solidFill>
                  <a:schemeClr val="accent1"/>
                </a:solidFill>
                <a:latin typeface="+mn-lt"/>
              </a:rPr>
              <a:t>1</a:t>
            </a:r>
            <a:r>
              <a:rPr lang="da-DK">
                <a:latin typeface="+mn-lt"/>
              </a:rPr>
              <a:t>	Brief</a:t>
            </a:r>
          </a:p>
          <a:p>
            <a:r>
              <a:rPr lang="da-DK" b="1">
                <a:solidFill>
                  <a:schemeClr val="accent1"/>
                </a:solidFill>
                <a:latin typeface="+mn-lt"/>
              </a:rPr>
              <a:t>2</a:t>
            </a:r>
            <a:r>
              <a:rPr lang="da-DK">
                <a:latin typeface="+mn-lt"/>
              </a:rPr>
              <a:t> 	Data analysis</a:t>
            </a:r>
            <a:endParaRPr lang="da-DK">
              <a:latin typeface="+mn-lt"/>
              <a:cs typeface="Arial"/>
            </a:endParaRPr>
          </a:p>
          <a:p>
            <a:r>
              <a:rPr lang="da-DK" b="1">
                <a:solidFill>
                  <a:schemeClr val="accent1"/>
                </a:solidFill>
                <a:latin typeface="+mn-lt"/>
              </a:rPr>
              <a:t>3</a:t>
            </a:r>
            <a:r>
              <a:rPr lang="da-DK">
                <a:latin typeface="+mn-lt"/>
              </a:rPr>
              <a:t> 	Solution design</a:t>
            </a:r>
            <a:endParaRPr lang="da-DK">
              <a:latin typeface="+mn-lt"/>
              <a:cs typeface="Arial"/>
            </a:endParaRPr>
          </a:p>
          <a:p>
            <a:r>
              <a:rPr lang="da-DK" b="1">
                <a:solidFill>
                  <a:schemeClr val="accent1"/>
                </a:solidFill>
                <a:latin typeface="+mn-lt"/>
              </a:rPr>
              <a:t>4</a:t>
            </a:r>
            <a:r>
              <a:rPr lang="da-DK">
                <a:latin typeface="+mn-lt"/>
              </a:rPr>
              <a:t> 	Model implementation</a:t>
            </a:r>
            <a:endParaRPr lang="da-DK">
              <a:latin typeface="+mn-lt"/>
              <a:cs typeface="Arial"/>
            </a:endParaRPr>
          </a:p>
          <a:p>
            <a:r>
              <a:rPr lang="da-DK" b="1">
                <a:solidFill>
                  <a:schemeClr val="accent1"/>
                </a:solidFill>
                <a:latin typeface="+mn-lt"/>
              </a:rPr>
              <a:t>5</a:t>
            </a:r>
            <a:r>
              <a:rPr lang="da-DK">
                <a:latin typeface="+mn-lt"/>
              </a:rPr>
              <a:t>   Dashboard creation</a:t>
            </a:r>
            <a:endParaRPr lang="da-DK">
              <a:latin typeface="+mn-lt"/>
              <a:cs typeface="Arial"/>
            </a:endParaRPr>
          </a:p>
          <a:p>
            <a:r>
              <a:rPr lang="da-DK" b="1">
                <a:solidFill>
                  <a:schemeClr val="accent1"/>
                </a:solidFill>
                <a:latin typeface="+mn-lt"/>
              </a:rPr>
              <a:t>6</a:t>
            </a:r>
            <a:r>
              <a:rPr lang="da-DK">
                <a:latin typeface="+mn-lt"/>
              </a:rPr>
              <a:t> 	Video curation</a:t>
            </a:r>
            <a:endParaRPr lang="en-US">
              <a:latin typeface="+mn-lt"/>
              <a:cs typeface="Arial"/>
            </a:endParaRPr>
          </a:p>
          <a:p>
            <a:pPr marL="114300" indent="-19050"/>
            <a:endParaRPr lang="en-ZA" sz="1400">
              <a:latin typeface="+mn-lt"/>
              <a:cs typeface="Arial"/>
            </a:endParaRPr>
          </a:p>
          <a:p>
            <a:pPr marL="114300" indent="-19050"/>
            <a:r>
              <a:rPr lang="en-ZA" sz="1400">
                <a:latin typeface="+mn-lt"/>
                <a:cs typeface="Arial"/>
              </a:rPr>
              <a:t>Note this assessment contains a couple of requirements as detailed above. The depth and detail of your contribution on each element is up to you, the candidate. Allocate your time appropriately to showcase YOUR capability.</a:t>
            </a:r>
            <a:endParaRPr lang="en-ZA"/>
          </a:p>
          <a:p>
            <a:pPr marL="114300" indent="-19050"/>
            <a:r>
              <a:rPr lang="en-ZA" sz="1400">
                <a:latin typeface="Arial"/>
                <a:cs typeface="Arial"/>
              </a:rPr>
              <a:t>You are allowed to use AI for your assessment. We are assessing you. Therefore be clear as to where and how you use AI. If we note AI use where you did not stipulate it we will deduct marks.</a:t>
            </a:r>
          </a:p>
        </p:txBody>
      </p:sp>
    </p:spTree>
    <p:extLst>
      <p:ext uri="{BB962C8B-B14F-4D97-AF65-F5344CB8AC3E}">
        <p14:creationId xmlns:p14="http://schemas.microsoft.com/office/powerpoint/2010/main" val="891021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0471D-81BF-095D-37D9-3895ACB0FC4A}"/>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AEE0C9BD-ECE5-7F5C-B7DE-A05C702B4EDA}"/>
              </a:ext>
            </a:extLst>
          </p:cNvPr>
          <p:cNvSpPr>
            <a:spLocks noGrp="1"/>
          </p:cNvSpPr>
          <p:nvPr>
            <p:ph type="title"/>
          </p:nvPr>
        </p:nvSpPr>
        <p:spPr/>
        <p:txBody>
          <a:bodyPr/>
          <a:lstStyle/>
          <a:p>
            <a:r>
              <a:rPr lang="en-GB"/>
              <a:t>What to have ready before the assessment</a:t>
            </a:r>
            <a:endParaRPr lang="en-GB" noProof="0"/>
          </a:p>
        </p:txBody>
      </p:sp>
      <p:sp>
        <p:nvSpPr>
          <p:cNvPr id="20" name="Content Placeholder 3">
            <a:extLst>
              <a:ext uri="{FF2B5EF4-FFF2-40B4-BE49-F238E27FC236}">
                <a16:creationId xmlns:a16="http://schemas.microsoft.com/office/drawing/2014/main" id="{0E2272E9-06BC-290F-572A-D1C46C7FC2A1}"/>
              </a:ext>
            </a:extLst>
          </p:cNvPr>
          <p:cNvSpPr txBox="1">
            <a:spLocks/>
          </p:cNvSpPr>
          <p:nvPr/>
        </p:nvSpPr>
        <p:spPr>
          <a:xfrm>
            <a:off x="349222" y="830481"/>
            <a:ext cx="11450828" cy="2286000"/>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ZA" b="1"/>
              <a:t>Please ensure you have following ready before starting the assessment in addition to a stable internet connection:</a:t>
            </a:r>
            <a:endParaRPr lang="en-US"/>
          </a:p>
        </p:txBody>
      </p:sp>
      <p:sp>
        <p:nvSpPr>
          <p:cNvPr id="23" name="Rectangle 22">
            <a:extLst>
              <a:ext uri="{FF2B5EF4-FFF2-40B4-BE49-F238E27FC236}">
                <a16:creationId xmlns:a16="http://schemas.microsoft.com/office/drawing/2014/main" id="{222C8F01-0126-C31B-BE29-1FE670D3D81A}"/>
              </a:ext>
            </a:extLst>
          </p:cNvPr>
          <p:cNvSpPr/>
          <p:nvPr/>
        </p:nvSpPr>
        <p:spPr>
          <a:xfrm>
            <a:off x="349222" y="1294111"/>
            <a:ext cx="3748993" cy="2492764"/>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8" name="Content Placeholder 3">
            <a:extLst>
              <a:ext uri="{FF2B5EF4-FFF2-40B4-BE49-F238E27FC236}">
                <a16:creationId xmlns:a16="http://schemas.microsoft.com/office/drawing/2014/main" id="{E18C33CD-CECD-A824-9606-7C3431EF2487}"/>
              </a:ext>
            </a:extLst>
          </p:cNvPr>
          <p:cNvSpPr txBox="1">
            <a:spLocks/>
          </p:cNvSpPr>
          <p:nvPr/>
        </p:nvSpPr>
        <p:spPr>
          <a:xfrm>
            <a:off x="356653" y="1426781"/>
            <a:ext cx="2958507"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latin typeface="Georgia"/>
                <a:cs typeface="Arial"/>
              </a:rPr>
              <a:t>1. Dataset</a:t>
            </a:r>
            <a:endParaRPr lang="en-ZA" sz="1400">
              <a:latin typeface="Georgia"/>
              <a:cs typeface="Arial"/>
            </a:endParaRPr>
          </a:p>
          <a:p>
            <a:pPr marL="171450" lvl="1" indent="-171450">
              <a:buFont typeface="Arial" panose="020B0604020202020204" pitchFamily="34" charset="0"/>
              <a:buChar char="•"/>
            </a:pPr>
            <a:r>
              <a:rPr lang="en-ZA"/>
              <a:t>Download the dataset from the link shared prior to the assessment. </a:t>
            </a:r>
            <a:endParaRPr lang="en-ZA">
              <a:cs typeface="Arial"/>
            </a:endParaRPr>
          </a:p>
        </p:txBody>
      </p:sp>
      <p:sp>
        <p:nvSpPr>
          <p:cNvPr id="2" name="Rectangle 1">
            <a:extLst>
              <a:ext uri="{FF2B5EF4-FFF2-40B4-BE49-F238E27FC236}">
                <a16:creationId xmlns:a16="http://schemas.microsoft.com/office/drawing/2014/main" id="{A3142911-0E40-B8F8-F489-99B131EF88A3}"/>
              </a:ext>
            </a:extLst>
          </p:cNvPr>
          <p:cNvSpPr/>
          <p:nvPr/>
        </p:nvSpPr>
        <p:spPr>
          <a:xfrm>
            <a:off x="4237558" y="1301232"/>
            <a:ext cx="3748993" cy="2492764"/>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Content Placeholder 3">
            <a:extLst>
              <a:ext uri="{FF2B5EF4-FFF2-40B4-BE49-F238E27FC236}">
                <a16:creationId xmlns:a16="http://schemas.microsoft.com/office/drawing/2014/main" id="{D0821EB3-7FF5-F770-A3FC-B33EAB18B9EB}"/>
              </a:ext>
            </a:extLst>
          </p:cNvPr>
          <p:cNvSpPr txBox="1">
            <a:spLocks/>
          </p:cNvSpPr>
          <p:nvPr/>
        </p:nvSpPr>
        <p:spPr>
          <a:xfrm>
            <a:off x="4244989" y="1433902"/>
            <a:ext cx="2958507"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latin typeface="Georgia"/>
                <a:cs typeface="Arial"/>
              </a:rPr>
              <a:t>2. GitHub</a:t>
            </a:r>
            <a:endParaRPr lang="en-ZA" sz="1400">
              <a:latin typeface="Georgia"/>
              <a:cs typeface="Arial"/>
            </a:endParaRPr>
          </a:p>
          <a:p>
            <a:pPr marL="171450" lvl="1" indent="-171450">
              <a:buFont typeface="Arial" panose="020B0604020202020204" pitchFamily="34" charset="0"/>
              <a:buChar char="•"/>
            </a:pPr>
            <a:r>
              <a:rPr lang="en-ZA"/>
              <a:t>You have a GitHub account</a:t>
            </a:r>
          </a:p>
          <a:p>
            <a:pPr marL="171450" lvl="1" indent="-171450">
              <a:buFont typeface="Arial" panose="020B0604020202020204" pitchFamily="34" charset="0"/>
              <a:buChar char="•"/>
            </a:pPr>
            <a:r>
              <a:rPr lang="en-ZA"/>
              <a:t>Create a new project repository</a:t>
            </a:r>
          </a:p>
          <a:p>
            <a:pPr marL="171450" lvl="1" indent="-171450">
              <a:buFont typeface="Arial" panose="020B0604020202020204" pitchFamily="34" charset="0"/>
              <a:buChar char="•"/>
            </a:pPr>
            <a:r>
              <a:rPr lang="en-ZA"/>
              <a:t>Set that repository to public</a:t>
            </a:r>
            <a:endParaRPr lang="en-ZA">
              <a:cs typeface="Arial"/>
            </a:endParaRPr>
          </a:p>
        </p:txBody>
      </p:sp>
      <p:sp>
        <p:nvSpPr>
          <p:cNvPr id="5" name="Rectangle 4">
            <a:extLst>
              <a:ext uri="{FF2B5EF4-FFF2-40B4-BE49-F238E27FC236}">
                <a16:creationId xmlns:a16="http://schemas.microsoft.com/office/drawing/2014/main" id="{989DAA86-D769-85DF-F509-ED4B57E0C490}"/>
              </a:ext>
            </a:extLst>
          </p:cNvPr>
          <p:cNvSpPr/>
          <p:nvPr/>
        </p:nvSpPr>
        <p:spPr>
          <a:xfrm>
            <a:off x="8111651" y="1301231"/>
            <a:ext cx="3748993" cy="2492764"/>
          </a:xfrm>
          <a:prstGeom prst="rect">
            <a:avLst/>
          </a:prstGeom>
          <a:solidFill>
            <a:srgbClr val="FFA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Content Placeholder 3">
            <a:extLst>
              <a:ext uri="{FF2B5EF4-FFF2-40B4-BE49-F238E27FC236}">
                <a16:creationId xmlns:a16="http://schemas.microsoft.com/office/drawing/2014/main" id="{D238EA46-DC95-455F-3439-9746D58ECD3E}"/>
              </a:ext>
            </a:extLst>
          </p:cNvPr>
          <p:cNvSpPr txBox="1">
            <a:spLocks/>
          </p:cNvSpPr>
          <p:nvPr/>
        </p:nvSpPr>
        <p:spPr>
          <a:xfrm>
            <a:off x="8119082" y="1433901"/>
            <a:ext cx="2958507"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latin typeface="Georgia"/>
                <a:cs typeface="Arial"/>
              </a:rPr>
              <a:t>3. Analysis/Modelling Tools</a:t>
            </a:r>
            <a:endParaRPr lang="en-ZA" sz="1400">
              <a:latin typeface="Georgia"/>
              <a:cs typeface="Arial"/>
            </a:endParaRPr>
          </a:p>
          <a:p>
            <a:pPr marL="171450" indent="-171450">
              <a:lnSpc>
                <a:spcPct val="125000"/>
              </a:lnSpc>
              <a:spcBef>
                <a:spcPts val="0"/>
              </a:spcBef>
              <a:spcAft>
                <a:spcPts val="600"/>
              </a:spcAft>
              <a:buFont typeface="Arial" panose="020B0604020202020204" pitchFamily="34" charset="0"/>
              <a:buChar char="•"/>
            </a:pPr>
            <a:r>
              <a:rPr lang="en-ZA" sz="1200" b="0"/>
              <a:t>A working environment for analysis, such as Python, Java, Excel, Power BI, or another tool of your choice</a:t>
            </a:r>
            <a:endParaRPr lang="en-ZA" sz="1200" b="0">
              <a:cs typeface="Arial"/>
            </a:endParaRPr>
          </a:p>
          <a:p>
            <a:pPr marL="171450" indent="-171450">
              <a:buFont typeface="Arial" panose="020B0604020202020204" pitchFamily="34" charset="0"/>
              <a:buChar char="•"/>
            </a:pPr>
            <a:r>
              <a:rPr lang="en-ZA" sz="1200" b="0">
                <a:cs typeface="Arial"/>
              </a:rPr>
              <a:t>Ensure prior to assessment that your working environment 'works'. Perform a simple 'hello world' assessment for peace of mind</a:t>
            </a:r>
          </a:p>
          <a:p>
            <a:pPr marL="171450" lvl="1" indent="-171450">
              <a:buFont typeface="Arial" panose="020B0604020202020204" pitchFamily="34" charset="0"/>
              <a:buChar char="•"/>
            </a:pPr>
            <a:endParaRPr lang="en-ZA">
              <a:cs typeface="Arial"/>
            </a:endParaRPr>
          </a:p>
        </p:txBody>
      </p:sp>
      <p:sp>
        <p:nvSpPr>
          <p:cNvPr id="8" name="Rectangle 7">
            <a:extLst>
              <a:ext uri="{FF2B5EF4-FFF2-40B4-BE49-F238E27FC236}">
                <a16:creationId xmlns:a16="http://schemas.microsoft.com/office/drawing/2014/main" id="{301084FF-74AD-89A2-7A13-67FC1B45EC52}"/>
              </a:ext>
            </a:extLst>
          </p:cNvPr>
          <p:cNvSpPr/>
          <p:nvPr/>
        </p:nvSpPr>
        <p:spPr>
          <a:xfrm>
            <a:off x="2378846" y="3957548"/>
            <a:ext cx="3748993" cy="249276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rgbClr val="FFFFFF"/>
              </a:solidFill>
            </a:endParaRPr>
          </a:p>
        </p:txBody>
      </p:sp>
      <p:sp>
        <p:nvSpPr>
          <p:cNvPr id="9" name="Content Placeholder 3">
            <a:extLst>
              <a:ext uri="{FF2B5EF4-FFF2-40B4-BE49-F238E27FC236}">
                <a16:creationId xmlns:a16="http://schemas.microsoft.com/office/drawing/2014/main" id="{7423D656-8CE4-0A75-DF2D-07B2CD7F6ECA}"/>
              </a:ext>
            </a:extLst>
          </p:cNvPr>
          <p:cNvSpPr txBox="1">
            <a:spLocks/>
          </p:cNvSpPr>
          <p:nvPr/>
        </p:nvSpPr>
        <p:spPr>
          <a:xfrm>
            <a:off x="2379156" y="4090218"/>
            <a:ext cx="3724132"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solidFill>
                  <a:srgbClr val="FFFFFF"/>
                </a:solidFill>
                <a:latin typeface="Georgia"/>
                <a:cs typeface="Arial"/>
              </a:rPr>
              <a:t>4. Dashboard Tools</a:t>
            </a:r>
            <a:endParaRPr lang="en-ZA" sz="1400">
              <a:solidFill>
                <a:srgbClr val="FFFFFF"/>
              </a:solidFill>
              <a:latin typeface="Georgia"/>
              <a:cs typeface="Arial"/>
            </a:endParaRPr>
          </a:p>
          <a:p>
            <a:pPr marL="171450" indent="-171450">
              <a:lnSpc>
                <a:spcPct val="125000"/>
              </a:lnSpc>
              <a:spcBef>
                <a:spcPts val="0"/>
              </a:spcBef>
              <a:spcAft>
                <a:spcPts val="600"/>
              </a:spcAft>
              <a:buFont typeface="Arial" panose="020B0604020202020204" pitchFamily="34" charset="0"/>
              <a:buChar char="•"/>
            </a:pPr>
            <a:r>
              <a:rPr lang="en-ZA" sz="1200" b="0">
                <a:solidFill>
                  <a:srgbClr val="FFFFFF"/>
                </a:solidFill>
              </a:rPr>
              <a:t>You will be required to create visual view of your analysis and model outcomes. The form and nature of </a:t>
            </a:r>
            <a:r>
              <a:rPr lang="en-ZA" sz="1200" b="0" err="1">
                <a:solidFill>
                  <a:srgbClr val="FFFFFF"/>
                </a:solidFill>
              </a:rPr>
              <a:t>th</a:t>
            </a:r>
            <a:r>
              <a:rPr lang="en-ZA" sz="1200" b="0">
                <a:solidFill>
                  <a:srgbClr val="FFFFFF"/>
                </a:solidFill>
              </a:rPr>
              <a:t>is view is up to each candidate. Examples include </a:t>
            </a:r>
            <a:r>
              <a:rPr lang="en-ZA" sz="1200" b="0" err="1">
                <a:solidFill>
                  <a:srgbClr val="FFFFFF"/>
                </a:solidFill>
              </a:rPr>
              <a:t>Streamlit</a:t>
            </a:r>
            <a:r>
              <a:rPr lang="en-ZA" sz="1200" b="0">
                <a:solidFill>
                  <a:srgbClr val="FFFFFF"/>
                </a:solidFill>
              </a:rPr>
              <a:t> App, React App, Interactive HTML, Static HTML, Figma </a:t>
            </a:r>
            <a:r>
              <a:rPr lang="en-ZA" sz="1200" b="0" err="1">
                <a:solidFill>
                  <a:srgbClr val="FFFFFF"/>
                </a:solidFill>
              </a:rPr>
              <a:t>Powerpoint</a:t>
            </a:r>
            <a:r>
              <a:rPr lang="en-ZA" sz="1200" b="0">
                <a:solidFill>
                  <a:srgbClr val="FFFFFF"/>
                </a:solidFill>
              </a:rPr>
              <a:t> Slides, </a:t>
            </a:r>
            <a:r>
              <a:rPr lang="en-ZA" sz="1200" b="0" err="1">
                <a:solidFill>
                  <a:srgbClr val="FFFFFF"/>
                </a:solidFill>
              </a:rPr>
              <a:t>PowerBI</a:t>
            </a:r>
            <a:r>
              <a:rPr lang="en-ZA" sz="1200" b="0">
                <a:solidFill>
                  <a:srgbClr val="FFFFFF"/>
                </a:solidFill>
              </a:rPr>
              <a:t>, etc.</a:t>
            </a:r>
            <a:endParaRPr lang="en-ZA" sz="1200" b="0">
              <a:solidFill>
                <a:srgbClr val="FFFFFF"/>
              </a:solidFill>
              <a:cs typeface="Arial"/>
            </a:endParaRPr>
          </a:p>
          <a:p>
            <a:pPr marL="171450" indent="-171450">
              <a:buFont typeface="Arial" panose="020B0604020202020204" pitchFamily="34" charset="0"/>
              <a:buChar char="•"/>
            </a:pPr>
            <a:r>
              <a:rPr lang="en-ZA" sz="1200" b="0">
                <a:solidFill>
                  <a:srgbClr val="FFFFFF"/>
                </a:solidFill>
                <a:cs typeface="Arial"/>
              </a:rPr>
              <a:t>An interactive dashboard carries more impact than a static one. </a:t>
            </a:r>
          </a:p>
          <a:p>
            <a:pPr marL="171450" lvl="1" indent="-171450">
              <a:buFont typeface="Arial" panose="020B0604020202020204" pitchFamily="34" charset="0"/>
              <a:buChar char="•"/>
            </a:pPr>
            <a:endParaRPr lang="en-ZA">
              <a:solidFill>
                <a:srgbClr val="FFFFFF"/>
              </a:solidFill>
              <a:cs typeface="Arial"/>
            </a:endParaRPr>
          </a:p>
        </p:txBody>
      </p:sp>
      <p:sp>
        <p:nvSpPr>
          <p:cNvPr id="10" name="Rectangle 9">
            <a:extLst>
              <a:ext uri="{FF2B5EF4-FFF2-40B4-BE49-F238E27FC236}">
                <a16:creationId xmlns:a16="http://schemas.microsoft.com/office/drawing/2014/main" id="{0BC1CAC2-3C34-8B8E-A72B-0A94E06AE9D2}"/>
              </a:ext>
            </a:extLst>
          </p:cNvPr>
          <p:cNvSpPr/>
          <p:nvPr/>
        </p:nvSpPr>
        <p:spPr>
          <a:xfrm>
            <a:off x="6288546" y="3957547"/>
            <a:ext cx="3748993" cy="249276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rgbClr val="FFFFFF"/>
              </a:solidFill>
            </a:endParaRPr>
          </a:p>
        </p:txBody>
      </p:sp>
      <p:sp>
        <p:nvSpPr>
          <p:cNvPr id="11" name="Content Placeholder 3">
            <a:extLst>
              <a:ext uri="{FF2B5EF4-FFF2-40B4-BE49-F238E27FC236}">
                <a16:creationId xmlns:a16="http://schemas.microsoft.com/office/drawing/2014/main" id="{4CF24D25-D170-A154-FAFF-CC066B1D6CA5}"/>
              </a:ext>
            </a:extLst>
          </p:cNvPr>
          <p:cNvSpPr txBox="1">
            <a:spLocks/>
          </p:cNvSpPr>
          <p:nvPr/>
        </p:nvSpPr>
        <p:spPr>
          <a:xfrm>
            <a:off x="6295977" y="4090217"/>
            <a:ext cx="2958507"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solidFill>
                  <a:srgbClr val="FFFFFF"/>
                </a:solidFill>
                <a:latin typeface="Georgia"/>
                <a:cs typeface="Arial"/>
              </a:rPr>
              <a:t>5. Video Tools</a:t>
            </a:r>
            <a:endParaRPr lang="en-ZA" sz="1400">
              <a:solidFill>
                <a:srgbClr val="FFFFFF"/>
              </a:solidFill>
              <a:latin typeface="Georgia"/>
              <a:cs typeface="Arial"/>
            </a:endParaRPr>
          </a:p>
          <a:p>
            <a:pPr marL="171450" indent="-171450">
              <a:lnSpc>
                <a:spcPct val="125000"/>
              </a:lnSpc>
              <a:spcBef>
                <a:spcPts val="0"/>
              </a:spcBef>
              <a:spcAft>
                <a:spcPts val="600"/>
              </a:spcAft>
              <a:buFont typeface="Arial" panose="020B0604020202020204" pitchFamily="34" charset="0"/>
              <a:buChar char="•"/>
            </a:pPr>
            <a:r>
              <a:rPr lang="en-ZA" sz="1200" b="0">
                <a:solidFill>
                  <a:srgbClr val="FFFFFF"/>
                </a:solidFill>
              </a:rPr>
              <a:t>A tool to record and produce a 3-5 minute video. </a:t>
            </a:r>
            <a:endParaRPr lang="en-ZA" sz="1200" b="0">
              <a:solidFill>
                <a:srgbClr val="FFFFFF"/>
              </a:solidFill>
              <a:cs typeface="Arial"/>
            </a:endParaRPr>
          </a:p>
          <a:p>
            <a:pPr marL="171450" indent="-171450">
              <a:buFont typeface="Arial" panose="020B0604020202020204" pitchFamily="34" charset="0"/>
              <a:buChar char="•"/>
            </a:pPr>
            <a:r>
              <a:rPr lang="en-ZA" sz="1200" b="0">
                <a:solidFill>
                  <a:srgbClr val="FFFFFF"/>
                </a:solidFill>
                <a:cs typeface="Arial"/>
              </a:rPr>
              <a:t>Non-paid options include:</a:t>
            </a:r>
            <a:endParaRPr lang="en-ZA" b="0">
              <a:solidFill>
                <a:srgbClr val="FFFFFF"/>
              </a:solidFill>
              <a:cs typeface="Arial"/>
            </a:endParaRPr>
          </a:p>
          <a:p>
            <a:pPr marL="342900" lvl="2">
              <a:buFont typeface="Wingdings" panose="020B0604020202020204" pitchFamily="34" charset="0"/>
              <a:buChar char="§"/>
            </a:pPr>
            <a:r>
              <a:rPr lang="en-ZA" sz="1000" err="1">
                <a:solidFill>
                  <a:srgbClr val="FFFFFF"/>
                </a:solidFill>
                <a:cs typeface="Arial"/>
              </a:rPr>
              <a:t>Windows+Shift+R</a:t>
            </a:r>
            <a:r>
              <a:rPr lang="en-ZA" sz="1000">
                <a:solidFill>
                  <a:srgbClr val="FFFFFF"/>
                </a:solidFill>
                <a:cs typeface="Arial"/>
              </a:rPr>
              <a:t> to record screen and audio</a:t>
            </a:r>
          </a:p>
          <a:p>
            <a:pPr marL="342900" lvl="2">
              <a:buFont typeface="Wingdings" panose="020B0604020202020204" pitchFamily="34" charset="0"/>
              <a:buChar char="§"/>
            </a:pPr>
            <a:r>
              <a:rPr lang="en-ZA" sz="1000">
                <a:solidFill>
                  <a:srgbClr val="FFFFFF"/>
                </a:solidFill>
                <a:cs typeface="Arial"/>
              </a:rPr>
              <a:t>Microsoft Clipchamp for editing</a:t>
            </a:r>
          </a:p>
          <a:p>
            <a:pPr marL="171450" lvl="1" indent="-171450">
              <a:buFont typeface="Arial" panose="020B0604020202020204" pitchFamily="34" charset="0"/>
              <a:buChar char="•"/>
            </a:pPr>
            <a:endParaRPr lang="en-ZA">
              <a:solidFill>
                <a:srgbClr val="FFFFFF"/>
              </a:solidFill>
              <a:cs typeface="Arial"/>
            </a:endParaRPr>
          </a:p>
        </p:txBody>
      </p:sp>
    </p:spTree>
    <p:extLst>
      <p:ext uri="{BB962C8B-B14F-4D97-AF65-F5344CB8AC3E}">
        <p14:creationId xmlns:p14="http://schemas.microsoft.com/office/powerpoint/2010/main" val="2291766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4DC78-3F2E-850C-D457-6B4B8DB71F1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428F30-09ED-42AE-59E9-2207AC814A89}"/>
              </a:ext>
            </a:extLst>
          </p:cNvPr>
          <p:cNvSpPr>
            <a:spLocks noGrp="1"/>
          </p:cNvSpPr>
          <p:nvPr>
            <p:ph type="sldNum" sz="quarter" idx="4"/>
          </p:nvPr>
        </p:nvSpPr>
        <p:spPr>
          <a:xfrm>
            <a:off x="11506105" y="6254615"/>
            <a:ext cx="298209" cy="161583"/>
          </a:xfrm>
        </p:spPr>
        <p:txBody>
          <a:bodyPr/>
          <a:lstStyle/>
          <a:p>
            <a:fld id="{3E6AC032-1535-134B-A583-D5E1DDD0D167}" type="slidenum">
              <a:rPr lang="en-US" smtClean="0"/>
              <a:pPr/>
              <a:t>5</a:t>
            </a:fld>
            <a:endParaRPr lang="en-US"/>
          </a:p>
        </p:txBody>
      </p:sp>
      <p:sp>
        <p:nvSpPr>
          <p:cNvPr id="16" name="Title 15">
            <a:extLst>
              <a:ext uri="{FF2B5EF4-FFF2-40B4-BE49-F238E27FC236}">
                <a16:creationId xmlns:a16="http://schemas.microsoft.com/office/drawing/2014/main" id="{FCAF7FD0-1A3F-180F-2355-9D767912AA05}"/>
              </a:ext>
            </a:extLst>
          </p:cNvPr>
          <p:cNvSpPr>
            <a:spLocks noGrp="1"/>
          </p:cNvSpPr>
          <p:nvPr>
            <p:ph type="title"/>
          </p:nvPr>
        </p:nvSpPr>
        <p:spPr/>
        <p:txBody>
          <a:bodyPr/>
          <a:lstStyle/>
          <a:p>
            <a:r>
              <a:rPr lang="en-GB"/>
              <a:t>Submission Requirements</a:t>
            </a:r>
            <a:endParaRPr lang="en-GB" noProof="0"/>
          </a:p>
        </p:txBody>
      </p:sp>
      <p:sp>
        <p:nvSpPr>
          <p:cNvPr id="19" name="Title 2">
            <a:extLst>
              <a:ext uri="{FF2B5EF4-FFF2-40B4-BE49-F238E27FC236}">
                <a16:creationId xmlns:a16="http://schemas.microsoft.com/office/drawing/2014/main" id="{87D3F2C8-A627-6D64-4CD8-BCF29FD89917}"/>
              </a:ext>
            </a:extLst>
          </p:cNvPr>
          <p:cNvSpPr txBox="1">
            <a:spLocks/>
          </p:cNvSpPr>
          <p:nvPr/>
        </p:nvSpPr>
        <p:spPr>
          <a:xfrm>
            <a:off x="384828" y="940939"/>
            <a:ext cx="11614898" cy="35243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r>
              <a:rPr lang="en-GB" sz="1800"/>
              <a:t>Candidates must submit their final assessment by email before the submission deadline.</a:t>
            </a:r>
            <a:endParaRPr lang="en-US"/>
          </a:p>
        </p:txBody>
      </p:sp>
      <p:sp>
        <p:nvSpPr>
          <p:cNvPr id="30" name="Rectangle 29">
            <a:extLst>
              <a:ext uri="{FF2B5EF4-FFF2-40B4-BE49-F238E27FC236}">
                <a16:creationId xmlns:a16="http://schemas.microsoft.com/office/drawing/2014/main" id="{849AA0BE-5CEA-D704-B9A2-640A3671CC61}"/>
              </a:ext>
            </a:extLst>
          </p:cNvPr>
          <p:cNvSpPr/>
          <p:nvPr/>
        </p:nvSpPr>
        <p:spPr>
          <a:xfrm>
            <a:off x="394615" y="3230894"/>
            <a:ext cx="11432492" cy="2485709"/>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1" name="Content Placeholder 3">
            <a:extLst>
              <a:ext uri="{FF2B5EF4-FFF2-40B4-BE49-F238E27FC236}">
                <a16:creationId xmlns:a16="http://schemas.microsoft.com/office/drawing/2014/main" id="{440A90EB-E1F4-7283-0240-FE070879A679}"/>
              </a:ext>
            </a:extLst>
          </p:cNvPr>
          <p:cNvSpPr txBox="1">
            <a:spLocks/>
          </p:cNvSpPr>
          <p:nvPr/>
        </p:nvSpPr>
        <p:spPr>
          <a:xfrm>
            <a:off x="395121" y="3238675"/>
            <a:ext cx="5653992" cy="2153372"/>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latin typeface="Georgia"/>
                <a:cs typeface="Arial"/>
              </a:rPr>
              <a:t>Your GitHub repository should contain</a:t>
            </a:r>
            <a:endParaRPr lang="en-ZA" sz="1400">
              <a:latin typeface="Georgia"/>
              <a:cs typeface="Arial"/>
            </a:endParaRPr>
          </a:p>
          <a:p>
            <a:pPr marL="171450" lvl="1" indent="-171450">
              <a:buFont typeface="Wingdings" panose="020B0604020202020204" pitchFamily="34" charset="0"/>
              <a:buChar char="ü"/>
            </a:pPr>
            <a:r>
              <a:rPr lang="en-ZA"/>
              <a:t>Analysis files, code and/or notebooks</a:t>
            </a:r>
            <a:endParaRPr lang="en-ZA">
              <a:cs typeface="Arial"/>
            </a:endParaRPr>
          </a:p>
          <a:p>
            <a:pPr marL="171450" indent="-171450">
              <a:buFont typeface="Wingdings" panose="020B0604020202020204" pitchFamily="34" charset="0"/>
              <a:buChar char="ü"/>
            </a:pPr>
            <a:r>
              <a:rPr lang="en-ZA" sz="1200" b="0"/>
              <a:t>Any mock-up files, screenshots, or supporting visuals</a:t>
            </a:r>
            <a:endParaRPr lang="en-ZA" sz="1200" b="0">
              <a:cs typeface="Arial"/>
            </a:endParaRPr>
          </a:p>
          <a:p>
            <a:pPr marL="171450" indent="-171450">
              <a:buFont typeface="Wingdings" panose="020B0604020202020204" pitchFamily="34" charset="0"/>
              <a:buChar char="ü"/>
            </a:pPr>
            <a:r>
              <a:rPr lang="en-ZA" sz="1200" b="0"/>
              <a:t>A brief README explaining your approach</a:t>
            </a:r>
            <a:endParaRPr lang="en-ZA" sz="1200" b="0">
              <a:cs typeface="Arial"/>
            </a:endParaRPr>
          </a:p>
          <a:p>
            <a:pPr marL="171450" indent="-171450">
              <a:buFont typeface="Wingdings" panose="020B0604020202020204" pitchFamily="34" charset="0"/>
              <a:buChar char="ü"/>
            </a:pPr>
            <a:r>
              <a:rPr lang="en-ZA" sz="1200" b="0"/>
              <a:t>Any supporting documentation you want reviewed</a:t>
            </a:r>
            <a:endParaRPr lang="en-ZA" sz="1200" b="0">
              <a:cs typeface="Arial"/>
            </a:endParaRPr>
          </a:p>
          <a:p>
            <a:pPr marL="171450" lvl="1" indent="-171450">
              <a:buFont typeface="Wingdings" panose="020B0604020202020204" pitchFamily="34" charset="0"/>
              <a:buChar char="ü"/>
            </a:pPr>
            <a:endParaRPr lang="en-ZA">
              <a:cs typeface="Arial"/>
            </a:endParaRPr>
          </a:p>
        </p:txBody>
      </p:sp>
      <p:sp>
        <p:nvSpPr>
          <p:cNvPr id="5" name="Rectangle 4">
            <a:extLst>
              <a:ext uri="{FF2B5EF4-FFF2-40B4-BE49-F238E27FC236}">
                <a16:creationId xmlns:a16="http://schemas.microsoft.com/office/drawing/2014/main" id="{563ED074-8D36-A200-5154-13218ADE952D}"/>
              </a:ext>
            </a:extLst>
          </p:cNvPr>
          <p:cNvSpPr/>
          <p:nvPr/>
        </p:nvSpPr>
        <p:spPr>
          <a:xfrm>
            <a:off x="391752" y="1290615"/>
            <a:ext cx="11425437" cy="1780154"/>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Content Placeholder 3">
            <a:extLst>
              <a:ext uri="{FF2B5EF4-FFF2-40B4-BE49-F238E27FC236}">
                <a16:creationId xmlns:a16="http://schemas.microsoft.com/office/drawing/2014/main" id="{29BB5CD5-3967-2F39-5A1F-B4C3F2FD796C}"/>
              </a:ext>
            </a:extLst>
          </p:cNvPr>
          <p:cNvSpPr txBox="1">
            <a:spLocks/>
          </p:cNvSpPr>
          <p:nvPr/>
        </p:nvSpPr>
        <p:spPr>
          <a:xfrm>
            <a:off x="385203" y="1326619"/>
            <a:ext cx="11425436" cy="2246938"/>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latin typeface="Georgia"/>
              </a:rPr>
              <a:t>Your email must include</a:t>
            </a:r>
            <a:endParaRPr lang="en-ZA" sz="1400">
              <a:latin typeface="Georgia"/>
            </a:endParaRPr>
          </a:p>
          <a:p>
            <a:pPr marL="171450" lvl="1" indent="-171450">
              <a:buFont typeface="Wingdings" panose="020B0604020202020204" pitchFamily="34" charset="0"/>
              <a:buChar char="q"/>
            </a:pPr>
            <a:r>
              <a:rPr lang="en-ZA"/>
              <a:t>A link to your public GitHub  repository</a:t>
            </a:r>
            <a:endParaRPr lang="en-ZA">
              <a:cs typeface="Arial"/>
            </a:endParaRPr>
          </a:p>
          <a:p>
            <a:pPr marL="171450" lvl="1" indent="-171450">
              <a:buFont typeface="Wingdings" panose="020B0604020202020204" pitchFamily="34" charset="0"/>
              <a:buChar char="q"/>
            </a:pPr>
            <a:endParaRPr lang="en-ZA">
              <a:cs typeface="Arial"/>
            </a:endParaRPr>
          </a:p>
          <a:p>
            <a:pPr lvl="1"/>
            <a:r>
              <a:rPr lang="en-GB" sz="1400">
                <a:latin typeface="Georgia"/>
                <a:cs typeface="Arial"/>
              </a:rPr>
              <a:t>Video submission</a:t>
            </a:r>
          </a:p>
          <a:p>
            <a:pPr marL="171450" lvl="1" indent="-171450">
              <a:buFont typeface="Wingdings" panose="020B0604020202020204" pitchFamily="34" charset="0"/>
              <a:buChar char="q"/>
            </a:pPr>
            <a:r>
              <a:rPr lang="en-ZA">
                <a:latin typeface="Arial"/>
                <a:cs typeface="Arial"/>
              </a:rPr>
              <a:t>Upload your video submission to the SharePoint link provided to you via email</a:t>
            </a:r>
            <a:endParaRPr lang="en-GB">
              <a:cs typeface="Arial"/>
            </a:endParaRPr>
          </a:p>
          <a:p>
            <a:pPr lvl="1"/>
            <a:endParaRPr lang="en-ZA">
              <a:cs typeface="Arial"/>
            </a:endParaRPr>
          </a:p>
        </p:txBody>
      </p:sp>
    </p:spTree>
    <p:extLst>
      <p:ext uri="{BB962C8B-B14F-4D97-AF65-F5344CB8AC3E}">
        <p14:creationId xmlns:p14="http://schemas.microsoft.com/office/powerpoint/2010/main" val="3039134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9721C-1EF2-A2B2-0FCE-6899B0FAE7A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FE7F582-50B6-D724-3E84-D9B8B09E1C8D}"/>
              </a:ext>
            </a:extLst>
          </p:cNvPr>
          <p:cNvSpPr>
            <a:spLocks noGrp="1"/>
          </p:cNvSpPr>
          <p:nvPr>
            <p:ph type="sldNum" sz="quarter" idx="4"/>
          </p:nvPr>
        </p:nvSpPr>
        <p:spPr>
          <a:xfrm>
            <a:off x="11506105" y="6254615"/>
            <a:ext cx="298209" cy="161583"/>
          </a:xfrm>
        </p:spPr>
        <p:txBody>
          <a:bodyPr/>
          <a:lstStyle/>
          <a:p>
            <a:fld id="{3E6AC032-1535-134B-A583-D5E1DDD0D167}" type="slidenum">
              <a:rPr lang="en-US" smtClean="0"/>
              <a:pPr/>
              <a:t>6</a:t>
            </a:fld>
            <a:endParaRPr lang="en-US"/>
          </a:p>
        </p:txBody>
      </p:sp>
      <p:sp>
        <p:nvSpPr>
          <p:cNvPr id="16" name="Title 15">
            <a:extLst>
              <a:ext uri="{FF2B5EF4-FFF2-40B4-BE49-F238E27FC236}">
                <a16:creationId xmlns:a16="http://schemas.microsoft.com/office/drawing/2014/main" id="{F51F5806-0765-45C9-0D86-DFE1009EBC4B}"/>
              </a:ext>
            </a:extLst>
          </p:cNvPr>
          <p:cNvSpPr>
            <a:spLocks noGrp="1"/>
          </p:cNvSpPr>
          <p:nvPr>
            <p:ph type="title"/>
          </p:nvPr>
        </p:nvSpPr>
        <p:spPr/>
        <p:txBody>
          <a:bodyPr/>
          <a:lstStyle/>
          <a:p>
            <a:r>
              <a:rPr lang="en-GB" noProof="0"/>
              <a:t>The Scenario</a:t>
            </a:r>
          </a:p>
        </p:txBody>
      </p:sp>
      <p:sp>
        <p:nvSpPr>
          <p:cNvPr id="19" name="Title 2">
            <a:extLst>
              <a:ext uri="{FF2B5EF4-FFF2-40B4-BE49-F238E27FC236}">
                <a16:creationId xmlns:a16="http://schemas.microsoft.com/office/drawing/2014/main" id="{2D06B896-ACAF-4314-07F3-AF96BC350659}"/>
              </a:ext>
            </a:extLst>
          </p:cNvPr>
          <p:cNvSpPr txBox="1">
            <a:spLocks/>
          </p:cNvSpPr>
          <p:nvPr/>
        </p:nvSpPr>
        <p:spPr>
          <a:xfrm>
            <a:off x="370586" y="940939"/>
            <a:ext cx="2100580" cy="34531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r>
              <a:rPr lang="en-GB" sz="1800"/>
              <a:t>Client Background</a:t>
            </a:r>
          </a:p>
        </p:txBody>
      </p:sp>
      <p:sp>
        <p:nvSpPr>
          <p:cNvPr id="20" name="Content Placeholder 3">
            <a:extLst>
              <a:ext uri="{FF2B5EF4-FFF2-40B4-BE49-F238E27FC236}">
                <a16:creationId xmlns:a16="http://schemas.microsoft.com/office/drawing/2014/main" id="{1F0CB63B-B03C-8BAD-4BDE-D0E45CF85A49}"/>
              </a:ext>
            </a:extLst>
          </p:cNvPr>
          <p:cNvSpPr txBox="1">
            <a:spLocks/>
          </p:cNvSpPr>
          <p:nvPr/>
        </p:nvSpPr>
        <p:spPr>
          <a:xfrm>
            <a:off x="370586" y="1286257"/>
            <a:ext cx="11450828" cy="2286000"/>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ZA" b="1" err="1"/>
              <a:t>GameVault</a:t>
            </a:r>
            <a:r>
              <a:rPr lang="en-ZA" b="1"/>
              <a:t> Publishing </a:t>
            </a:r>
            <a:r>
              <a:rPr lang="en-ZA"/>
              <a:t>is a small game publisher that acquires proven successful games from developers. Instead of creating new games from scratch, they find games that are already popular with strong player engagement, then help bring them to new platforms like consoles or mobile devices.</a:t>
            </a:r>
          </a:p>
          <a:p>
            <a:pPr lvl="1"/>
            <a:r>
              <a:rPr lang="en-ZA"/>
              <a:t>Since </a:t>
            </a:r>
            <a:r>
              <a:rPr lang="en-ZA" err="1"/>
              <a:t>GameVault</a:t>
            </a:r>
            <a:r>
              <a:rPr lang="en-ZA"/>
              <a:t> is a small publisher, it cannot afford to take large risks on games that may fail. Its focus is on games that have already shown evidence of demand, player interest, and commercial potential. This includes both games with lasting appeal and trend-driven games that have enough momentum to generate meaningful value, even if their overall lifecycle may be shorter.</a:t>
            </a:r>
          </a:p>
          <a:p>
            <a:pPr lvl="1"/>
            <a:r>
              <a:rPr lang="en-ZA"/>
              <a:t>The challenge is that thousands of new games come out every month, making it hard to identify which ones have genuine lasting success versus just temporary popularity. </a:t>
            </a:r>
            <a:r>
              <a:rPr lang="en-ZA" err="1"/>
              <a:t>GameVault</a:t>
            </a:r>
            <a:r>
              <a:rPr lang="en-ZA"/>
              <a:t> needs an efficient way to spot games with strong player engagement and positive sentiment that would be good candidates for partnership deals. </a:t>
            </a:r>
            <a:endParaRPr lang="en-ZA">
              <a:cs typeface="Arial"/>
            </a:endParaRPr>
          </a:p>
        </p:txBody>
      </p:sp>
      <p:sp>
        <p:nvSpPr>
          <p:cNvPr id="23" name="Rectangle 22">
            <a:extLst>
              <a:ext uri="{FF2B5EF4-FFF2-40B4-BE49-F238E27FC236}">
                <a16:creationId xmlns:a16="http://schemas.microsoft.com/office/drawing/2014/main" id="{BA771D98-4345-2164-D036-D00A61698615}"/>
              </a:ext>
            </a:extLst>
          </p:cNvPr>
          <p:cNvSpPr/>
          <p:nvPr/>
        </p:nvSpPr>
        <p:spPr>
          <a:xfrm>
            <a:off x="370586" y="3964672"/>
            <a:ext cx="3748993" cy="2492764"/>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4" name="Title 2">
            <a:extLst>
              <a:ext uri="{FF2B5EF4-FFF2-40B4-BE49-F238E27FC236}">
                <a16:creationId xmlns:a16="http://schemas.microsoft.com/office/drawing/2014/main" id="{ADBC7EC1-802A-5BC3-4C44-813E22DA2C4A}"/>
              </a:ext>
            </a:extLst>
          </p:cNvPr>
          <p:cNvSpPr txBox="1">
            <a:spLocks/>
          </p:cNvSpPr>
          <p:nvPr/>
        </p:nvSpPr>
        <p:spPr>
          <a:xfrm>
            <a:off x="370587" y="3572257"/>
            <a:ext cx="2100580" cy="34531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r>
              <a:rPr lang="en-GB" sz="1800"/>
              <a:t>Current Pain Points</a:t>
            </a:r>
          </a:p>
        </p:txBody>
      </p:sp>
      <p:sp>
        <p:nvSpPr>
          <p:cNvPr id="28" name="Content Placeholder 3">
            <a:extLst>
              <a:ext uri="{FF2B5EF4-FFF2-40B4-BE49-F238E27FC236}">
                <a16:creationId xmlns:a16="http://schemas.microsoft.com/office/drawing/2014/main" id="{3111DE76-384A-0609-243B-55B36F5E900F}"/>
              </a:ext>
            </a:extLst>
          </p:cNvPr>
          <p:cNvSpPr txBox="1">
            <a:spLocks/>
          </p:cNvSpPr>
          <p:nvPr/>
        </p:nvSpPr>
        <p:spPr>
          <a:xfrm>
            <a:off x="392259" y="4325230"/>
            <a:ext cx="3748993" cy="2218716"/>
          </a:xfrm>
          <a:prstGeom prst="rect">
            <a:avLst/>
          </a:prstGeom>
        </p:spPr>
        <p:txBody>
          <a:bodyPr/>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1" indent="-171450">
              <a:buFont typeface="Arial" panose="020B0604020202020204" pitchFamily="34" charset="0"/>
              <a:buChar char="•"/>
            </a:pPr>
            <a:r>
              <a:rPr lang="en-ZA"/>
              <a:t>Only looking at basic numbers like star ratings and review counts</a:t>
            </a:r>
          </a:p>
          <a:p>
            <a:pPr marL="171450" lvl="1" indent="-171450">
              <a:buFont typeface="Arial" panose="020B0604020202020204" pitchFamily="34" charset="0"/>
              <a:buChar char="•"/>
            </a:pPr>
            <a:r>
              <a:rPr lang="en-ZA"/>
              <a:t>Can't tell the difference between real success and short-term buzz</a:t>
            </a:r>
          </a:p>
          <a:p>
            <a:pPr marL="171450" lvl="1" indent="-171450">
              <a:buFont typeface="Arial" panose="020B0604020202020204" pitchFamily="34" charset="0"/>
              <a:buChar char="•"/>
            </a:pPr>
            <a:r>
              <a:rPr lang="en-ZA"/>
              <a:t>High-rated games don't always mean sustained player interest</a:t>
            </a:r>
          </a:p>
          <a:p>
            <a:pPr marL="171450" lvl="1" indent="-171450">
              <a:buFont typeface="Arial" panose="020B0604020202020204" pitchFamily="34" charset="0"/>
              <a:buChar char="•"/>
            </a:pPr>
            <a:r>
              <a:rPr lang="en-ZA"/>
              <a:t>Missing important details about what players actually think</a:t>
            </a:r>
          </a:p>
        </p:txBody>
      </p:sp>
      <p:sp>
        <p:nvSpPr>
          <p:cNvPr id="29" name="Title 2">
            <a:extLst>
              <a:ext uri="{FF2B5EF4-FFF2-40B4-BE49-F238E27FC236}">
                <a16:creationId xmlns:a16="http://schemas.microsoft.com/office/drawing/2014/main" id="{44E50537-E480-876A-2ACB-508D46F27CBF}"/>
              </a:ext>
            </a:extLst>
          </p:cNvPr>
          <p:cNvSpPr txBox="1">
            <a:spLocks/>
          </p:cNvSpPr>
          <p:nvPr/>
        </p:nvSpPr>
        <p:spPr>
          <a:xfrm>
            <a:off x="487566" y="4075849"/>
            <a:ext cx="2596012" cy="34531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r>
              <a:rPr lang="en-GB" sz="1400"/>
              <a:t>1. Surface-Level Analyses</a:t>
            </a:r>
          </a:p>
        </p:txBody>
      </p:sp>
      <p:sp>
        <p:nvSpPr>
          <p:cNvPr id="30" name="Rectangle 29">
            <a:extLst>
              <a:ext uri="{FF2B5EF4-FFF2-40B4-BE49-F238E27FC236}">
                <a16:creationId xmlns:a16="http://schemas.microsoft.com/office/drawing/2014/main" id="{079A9FC3-8875-CFA6-052E-A22354FF705B}"/>
              </a:ext>
            </a:extLst>
          </p:cNvPr>
          <p:cNvSpPr/>
          <p:nvPr/>
        </p:nvSpPr>
        <p:spPr>
          <a:xfrm>
            <a:off x="4232837" y="3964672"/>
            <a:ext cx="3748993" cy="2492764"/>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1" name="Content Placeholder 3">
            <a:extLst>
              <a:ext uri="{FF2B5EF4-FFF2-40B4-BE49-F238E27FC236}">
                <a16:creationId xmlns:a16="http://schemas.microsoft.com/office/drawing/2014/main" id="{4C794612-78B3-B9C7-1FDA-4EBB0CD0B74C}"/>
              </a:ext>
            </a:extLst>
          </p:cNvPr>
          <p:cNvSpPr txBox="1">
            <a:spLocks/>
          </p:cNvSpPr>
          <p:nvPr/>
        </p:nvSpPr>
        <p:spPr>
          <a:xfrm>
            <a:off x="4254510" y="4325230"/>
            <a:ext cx="3748993" cy="2132206"/>
          </a:xfrm>
          <a:prstGeom prst="rect">
            <a:avLst/>
          </a:prstGeom>
        </p:spPr>
        <p:txBody>
          <a:bodyPr/>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1" indent="-171450">
              <a:buFont typeface="Arial" panose="020B0604020202020204" pitchFamily="34" charset="0"/>
              <a:buChar char="•"/>
            </a:pPr>
            <a:r>
              <a:rPr lang="en-ZA"/>
              <a:t>Staff currently manually browse through thousands of gaming sites and reviews with take too much time</a:t>
            </a:r>
          </a:p>
          <a:p>
            <a:pPr marL="171450" lvl="1" indent="-171450">
              <a:buFont typeface="Arial" panose="020B0604020202020204" pitchFamily="34" charset="0"/>
              <a:buChar char="•"/>
            </a:pPr>
            <a:r>
              <a:rPr lang="en-ZA"/>
              <a:t>Different team members use different standards when evaluating games</a:t>
            </a:r>
          </a:p>
          <a:p>
            <a:pPr marL="171450" lvl="1" indent="-171450">
              <a:buFont typeface="Arial" panose="020B0604020202020204" pitchFamily="34" charset="0"/>
              <a:buChar char="•"/>
            </a:pPr>
            <a:r>
              <a:rPr lang="en-ZA"/>
              <a:t>Impossible to review player feedback on a large scale</a:t>
            </a:r>
          </a:p>
        </p:txBody>
      </p:sp>
      <p:sp>
        <p:nvSpPr>
          <p:cNvPr id="32" name="Title 2">
            <a:extLst>
              <a:ext uri="{FF2B5EF4-FFF2-40B4-BE49-F238E27FC236}">
                <a16:creationId xmlns:a16="http://schemas.microsoft.com/office/drawing/2014/main" id="{A5D16E07-C269-43F6-5FB0-6CE7EDC5917A}"/>
              </a:ext>
            </a:extLst>
          </p:cNvPr>
          <p:cNvSpPr txBox="1">
            <a:spLocks/>
          </p:cNvSpPr>
          <p:nvPr/>
        </p:nvSpPr>
        <p:spPr>
          <a:xfrm>
            <a:off x="4367769" y="4075849"/>
            <a:ext cx="2596012" cy="34531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r>
              <a:rPr lang="en-GB" sz="1400"/>
              <a:t>2. Manual Review Process</a:t>
            </a:r>
          </a:p>
        </p:txBody>
      </p:sp>
      <p:sp>
        <p:nvSpPr>
          <p:cNvPr id="33" name="Rectangle 32">
            <a:extLst>
              <a:ext uri="{FF2B5EF4-FFF2-40B4-BE49-F238E27FC236}">
                <a16:creationId xmlns:a16="http://schemas.microsoft.com/office/drawing/2014/main" id="{1F69BA10-BAED-9589-9F72-3A210FA9D662}"/>
              </a:ext>
            </a:extLst>
          </p:cNvPr>
          <p:cNvSpPr/>
          <p:nvPr/>
        </p:nvSpPr>
        <p:spPr>
          <a:xfrm>
            <a:off x="8057976" y="3964672"/>
            <a:ext cx="3748993" cy="2492764"/>
          </a:xfrm>
          <a:prstGeom prst="rect">
            <a:avLst/>
          </a:prstGeom>
          <a:solidFill>
            <a:srgbClr val="FFA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4" name="Content Placeholder 3">
            <a:extLst>
              <a:ext uri="{FF2B5EF4-FFF2-40B4-BE49-F238E27FC236}">
                <a16:creationId xmlns:a16="http://schemas.microsoft.com/office/drawing/2014/main" id="{AE929B30-BC7A-EA04-58D8-130A8669C47D}"/>
              </a:ext>
            </a:extLst>
          </p:cNvPr>
          <p:cNvSpPr txBox="1">
            <a:spLocks/>
          </p:cNvSpPr>
          <p:nvPr/>
        </p:nvSpPr>
        <p:spPr>
          <a:xfrm>
            <a:off x="8079649" y="4325230"/>
            <a:ext cx="3748993" cy="2132206"/>
          </a:xfrm>
          <a:prstGeom prst="rect">
            <a:avLst/>
          </a:prstGeom>
        </p:spPr>
        <p:txBody>
          <a:bodyPr/>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1" indent="-171450">
              <a:buFont typeface="Arial" panose="020B0604020202020204" pitchFamily="34" charset="0"/>
              <a:buChar char="•"/>
            </a:pPr>
            <a:r>
              <a:rPr lang="en-ZA"/>
              <a:t>Game data scattered across multiple sources and spreadsheets</a:t>
            </a:r>
          </a:p>
          <a:p>
            <a:pPr marL="171450" lvl="1" indent="-171450">
              <a:buFont typeface="Arial" panose="020B0604020202020204" pitchFamily="34" charset="0"/>
              <a:buChar char="•"/>
            </a:pPr>
            <a:r>
              <a:rPr lang="en-ZA"/>
              <a:t>No single view to compare potential acquisition targets</a:t>
            </a:r>
          </a:p>
          <a:p>
            <a:pPr marL="171450" lvl="1" indent="-171450">
              <a:buFont typeface="Arial" panose="020B0604020202020204" pitchFamily="34" charset="0"/>
              <a:buChar char="•"/>
            </a:pPr>
            <a:r>
              <a:rPr lang="en-ZA"/>
              <a:t>Team members working with different, outdated information</a:t>
            </a:r>
          </a:p>
          <a:p>
            <a:pPr marL="171450" lvl="1" indent="-171450">
              <a:buFont typeface="Arial" panose="020B0604020202020204" pitchFamily="34" charset="0"/>
              <a:buChar char="•"/>
            </a:pPr>
            <a:r>
              <a:rPr lang="en-ZA"/>
              <a:t>Can't easily track which games they've already evaluated or passed on</a:t>
            </a:r>
          </a:p>
          <a:p>
            <a:pPr marL="171450" lvl="1" indent="-171450">
              <a:buFont typeface="Arial" panose="020B0604020202020204" pitchFamily="34" charset="0"/>
              <a:buChar char="•"/>
            </a:pPr>
            <a:endParaRPr lang="en-ZA"/>
          </a:p>
          <a:p>
            <a:pPr marL="171450" lvl="1" indent="-171450">
              <a:buFont typeface="Arial" panose="020B0604020202020204" pitchFamily="34" charset="0"/>
              <a:buChar char="•"/>
            </a:pPr>
            <a:endParaRPr lang="en-ZA"/>
          </a:p>
          <a:p>
            <a:pPr marL="171450" lvl="1" indent="-171450">
              <a:buFont typeface="Arial" panose="020B0604020202020204" pitchFamily="34" charset="0"/>
              <a:buChar char="•"/>
            </a:pPr>
            <a:endParaRPr lang="en-ZA"/>
          </a:p>
          <a:p>
            <a:pPr marL="171450" lvl="1" indent="-171450">
              <a:buFont typeface="Arial" panose="020B0604020202020204" pitchFamily="34" charset="0"/>
              <a:buChar char="•"/>
            </a:pPr>
            <a:endParaRPr lang="en-ZA"/>
          </a:p>
          <a:p>
            <a:pPr marL="171450" lvl="1" indent="-171450">
              <a:buFont typeface="Arial" panose="020B0604020202020204" pitchFamily="34" charset="0"/>
              <a:buChar char="•"/>
            </a:pPr>
            <a:endParaRPr lang="en-ZA"/>
          </a:p>
          <a:p>
            <a:pPr marL="171450" lvl="1" indent="-171450">
              <a:buFont typeface="Arial" panose="020B0604020202020204" pitchFamily="34" charset="0"/>
              <a:buChar char="•"/>
            </a:pPr>
            <a:endParaRPr lang="en-ZA"/>
          </a:p>
          <a:p>
            <a:pPr marL="171450" lvl="1" indent="-171450">
              <a:buFont typeface="Arial" panose="020B0604020202020204" pitchFamily="34" charset="0"/>
              <a:buChar char="•"/>
            </a:pPr>
            <a:endParaRPr lang="en-ZA"/>
          </a:p>
          <a:p>
            <a:pPr marL="171450" lvl="1" indent="-171450">
              <a:buFont typeface="Arial" panose="020B0604020202020204" pitchFamily="34" charset="0"/>
              <a:buChar char="•"/>
            </a:pPr>
            <a:endParaRPr lang="en-ZA"/>
          </a:p>
        </p:txBody>
      </p:sp>
      <p:sp>
        <p:nvSpPr>
          <p:cNvPr id="35" name="Title 2">
            <a:extLst>
              <a:ext uri="{FF2B5EF4-FFF2-40B4-BE49-F238E27FC236}">
                <a16:creationId xmlns:a16="http://schemas.microsoft.com/office/drawing/2014/main" id="{C6BD39FB-F855-98A7-06FF-5E5FCF7A75EE}"/>
              </a:ext>
            </a:extLst>
          </p:cNvPr>
          <p:cNvSpPr txBox="1">
            <a:spLocks/>
          </p:cNvSpPr>
          <p:nvPr/>
        </p:nvSpPr>
        <p:spPr>
          <a:xfrm>
            <a:off x="8192907" y="4075849"/>
            <a:ext cx="3071921" cy="34531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r>
              <a:rPr lang="en-GB" sz="1400"/>
              <a:t>3. No Centralised Dashboard</a:t>
            </a:r>
          </a:p>
        </p:txBody>
      </p:sp>
    </p:spTree>
    <p:extLst>
      <p:ext uri="{BB962C8B-B14F-4D97-AF65-F5344CB8AC3E}">
        <p14:creationId xmlns:p14="http://schemas.microsoft.com/office/powerpoint/2010/main" val="577750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5085C-BD98-F425-F682-8A07C70FB7E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42A9C8-96F6-70B4-527A-772DA95FA92D}"/>
              </a:ext>
            </a:extLst>
          </p:cNvPr>
          <p:cNvSpPr>
            <a:spLocks noGrp="1"/>
          </p:cNvSpPr>
          <p:nvPr>
            <p:ph type="ftr" sz="quarter" idx="3"/>
          </p:nvPr>
        </p:nvSpPr>
        <p:spPr/>
        <p:txBody>
          <a:bodyPr/>
          <a:lstStyle/>
          <a:p>
            <a:r>
              <a:rPr lang="en-US"/>
              <a:t>Presentation Title</a:t>
            </a:r>
          </a:p>
        </p:txBody>
      </p:sp>
      <p:sp>
        <p:nvSpPr>
          <p:cNvPr id="3" name="Slide Number Placeholder 2">
            <a:extLst>
              <a:ext uri="{FF2B5EF4-FFF2-40B4-BE49-F238E27FC236}">
                <a16:creationId xmlns:a16="http://schemas.microsoft.com/office/drawing/2014/main" id="{8EB3113A-CF08-A236-02F2-FF02146523A2}"/>
              </a:ext>
            </a:extLst>
          </p:cNvPr>
          <p:cNvSpPr>
            <a:spLocks noGrp="1"/>
          </p:cNvSpPr>
          <p:nvPr>
            <p:ph type="sldNum" sz="quarter" idx="4"/>
          </p:nvPr>
        </p:nvSpPr>
        <p:spPr/>
        <p:txBody>
          <a:bodyPr/>
          <a:lstStyle/>
          <a:p>
            <a:fld id="{3E6AC032-1535-134B-A583-D5E1DDD0D167}" type="slidenum">
              <a:rPr lang="en-US" smtClean="0"/>
              <a:pPr/>
              <a:t>7</a:t>
            </a:fld>
            <a:endParaRPr lang="en-US"/>
          </a:p>
        </p:txBody>
      </p:sp>
      <p:sp>
        <p:nvSpPr>
          <p:cNvPr id="17" name="Content Placeholder 16">
            <a:extLst>
              <a:ext uri="{FF2B5EF4-FFF2-40B4-BE49-F238E27FC236}">
                <a16:creationId xmlns:a16="http://schemas.microsoft.com/office/drawing/2014/main" id="{D62FFAED-BA78-381C-0CB7-38DE54490D6C}"/>
              </a:ext>
            </a:extLst>
          </p:cNvPr>
          <p:cNvSpPr>
            <a:spLocks noGrp="1"/>
          </p:cNvSpPr>
          <p:nvPr>
            <p:ph sz="quarter" idx="10"/>
          </p:nvPr>
        </p:nvSpPr>
        <p:spPr>
          <a:xfrm>
            <a:off x="370586" y="3541754"/>
            <a:ext cx="3444875" cy="2728716"/>
          </a:xfrm>
        </p:spPr>
        <p:txBody>
          <a:bodyPr vert="horz" lIns="0" tIns="0" rIns="0" bIns="0" rtlCol="0" anchor="t">
            <a:noAutofit/>
          </a:bodyPr>
          <a:lstStyle/>
          <a:p>
            <a:r>
              <a:rPr lang="en-ZA"/>
              <a:t>Data Analysis &amp; Modelling</a:t>
            </a:r>
          </a:p>
          <a:p>
            <a:pPr marL="171450" lvl="1" indent="-171450">
              <a:buFont typeface="Arial" panose="020B0604020202020204" pitchFamily="34" charset="0"/>
              <a:buChar char="•"/>
            </a:pPr>
            <a:r>
              <a:rPr lang="en-ZA" noProof="0"/>
              <a:t>Analyse the provided gaming review dataset to help </a:t>
            </a:r>
            <a:r>
              <a:rPr lang="en-ZA" noProof="0" err="1"/>
              <a:t>GameVault</a:t>
            </a:r>
            <a:r>
              <a:rPr lang="en-ZA" noProof="0"/>
              <a:t> Publishing identify acquisition opportunities</a:t>
            </a:r>
            <a:endParaRPr lang="en-ZA" noProof="0">
              <a:cs typeface="Arial"/>
            </a:endParaRPr>
          </a:p>
          <a:p>
            <a:pPr marL="171450" lvl="1" indent="-171450">
              <a:buFont typeface="Arial" panose="020B0604020202020204" pitchFamily="34" charset="0"/>
              <a:buChar char="•"/>
            </a:pPr>
            <a:r>
              <a:rPr lang="en-ZA" noProof="0"/>
              <a:t>Focus on player engagement metrics, review sentiment analysis, and indicators of sustained appeal</a:t>
            </a:r>
          </a:p>
          <a:p>
            <a:pPr marL="171450" lvl="1" indent="-171450">
              <a:buFont typeface="Arial" panose="020B0604020202020204" pitchFamily="34" charset="0"/>
              <a:buChar char="•"/>
            </a:pPr>
            <a:r>
              <a:rPr lang="en-ZA"/>
              <a:t>Formulate a strategy by which</a:t>
            </a:r>
            <a:r>
              <a:rPr lang="en-ZA" noProof="0"/>
              <a:t> </a:t>
            </a:r>
            <a:r>
              <a:rPr lang="en-ZA" noProof="0" err="1"/>
              <a:t>GameVault</a:t>
            </a:r>
            <a:r>
              <a:rPr lang="en-ZA"/>
              <a:t> can identify and </a:t>
            </a:r>
            <a:r>
              <a:rPr lang="en-ZA" noProof="0"/>
              <a:t>prioritise </a:t>
            </a:r>
            <a:r>
              <a:rPr lang="en-ZA"/>
              <a:t>games for</a:t>
            </a:r>
            <a:r>
              <a:rPr lang="en-ZA" noProof="0"/>
              <a:t> licensing</a:t>
            </a:r>
            <a:r>
              <a:rPr lang="en-ZA"/>
              <a:t>/publishing deals.</a:t>
            </a:r>
            <a:endParaRPr lang="en-ZA" noProof="0">
              <a:cs typeface="Arial"/>
            </a:endParaRPr>
          </a:p>
        </p:txBody>
      </p:sp>
      <p:sp>
        <p:nvSpPr>
          <p:cNvPr id="25" name="Content Placeholder 24">
            <a:extLst>
              <a:ext uri="{FF2B5EF4-FFF2-40B4-BE49-F238E27FC236}">
                <a16:creationId xmlns:a16="http://schemas.microsoft.com/office/drawing/2014/main" id="{B07832E4-49D7-440B-7279-5A4DEB1071CE}"/>
              </a:ext>
            </a:extLst>
          </p:cNvPr>
          <p:cNvSpPr>
            <a:spLocks noGrp="1"/>
          </p:cNvSpPr>
          <p:nvPr>
            <p:ph sz="quarter" idx="11"/>
          </p:nvPr>
        </p:nvSpPr>
        <p:spPr>
          <a:xfrm>
            <a:off x="4281941" y="3555186"/>
            <a:ext cx="3444875" cy="2597150"/>
          </a:xfrm>
        </p:spPr>
        <p:txBody>
          <a:bodyPr/>
          <a:lstStyle/>
          <a:p>
            <a:r>
              <a:rPr lang="en-GB"/>
              <a:t>Mock-up Development</a:t>
            </a:r>
            <a:endParaRPr lang="en-GB" noProof="0"/>
          </a:p>
          <a:p>
            <a:pPr marL="171450" lvl="1" indent="-171450">
              <a:buFont typeface="Arial" panose="020B0604020202020204" pitchFamily="34" charset="0"/>
              <a:buChar char="•"/>
            </a:pPr>
            <a:r>
              <a:rPr lang="en-ZA" noProof="0"/>
              <a:t>Create a visual representation of your proposed solution for </a:t>
            </a:r>
            <a:r>
              <a:rPr lang="en-ZA" noProof="0" err="1"/>
              <a:t>GameVault</a:t>
            </a:r>
            <a:endParaRPr lang="en-ZA"/>
          </a:p>
          <a:p>
            <a:pPr marL="171450" lvl="1" indent="-171450">
              <a:buFont typeface="Arial" panose="020B0604020202020204" pitchFamily="34" charset="0"/>
              <a:buChar char="•"/>
            </a:pPr>
            <a:r>
              <a:rPr lang="en-ZA" noProof="0"/>
              <a:t>Design a dashboard, tool, or system concept that addresses their need for centralised game evaluation and comparison</a:t>
            </a:r>
          </a:p>
          <a:p>
            <a:pPr marL="171450" lvl="1" indent="-171450">
              <a:buFont typeface="Arial" panose="020B0604020202020204" pitchFamily="34" charset="0"/>
              <a:buChar char="•"/>
            </a:pPr>
            <a:r>
              <a:rPr lang="en-ZA" noProof="0"/>
              <a:t>Show how your solution would help them efficiently identify and track potential acquisition targets from thousands of available games</a:t>
            </a:r>
            <a:endParaRPr lang="en-GB" noProof="0"/>
          </a:p>
        </p:txBody>
      </p:sp>
      <p:sp>
        <p:nvSpPr>
          <p:cNvPr id="26" name="Content Placeholder 25">
            <a:extLst>
              <a:ext uri="{FF2B5EF4-FFF2-40B4-BE49-F238E27FC236}">
                <a16:creationId xmlns:a16="http://schemas.microsoft.com/office/drawing/2014/main" id="{913D4365-2D2D-A9C9-B8CE-F84F98A1539F}"/>
              </a:ext>
            </a:extLst>
          </p:cNvPr>
          <p:cNvSpPr>
            <a:spLocks noGrp="1"/>
          </p:cNvSpPr>
          <p:nvPr>
            <p:ph sz="quarter" idx="12"/>
          </p:nvPr>
        </p:nvSpPr>
        <p:spPr>
          <a:xfrm>
            <a:off x="8058943" y="3541754"/>
            <a:ext cx="3444875" cy="2597150"/>
          </a:xfrm>
        </p:spPr>
        <p:txBody>
          <a:bodyPr vert="horz" lIns="0" tIns="0" rIns="0" bIns="0" rtlCol="0" anchor="t">
            <a:noAutofit/>
          </a:bodyPr>
          <a:lstStyle/>
          <a:p>
            <a:r>
              <a:rPr lang="en-GB" noProof="0"/>
              <a:t>Video Presentation</a:t>
            </a:r>
          </a:p>
          <a:p>
            <a:pPr marL="171450" lvl="1" indent="-171450">
              <a:buFont typeface="Arial" panose="020B0604020202020204" pitchFamily="34" charset="0"/>
              <a:buChar char="•"/>
            </a:pPr>
            <a:r>
              <a:rPr lang="en-ZA" noProof="0"/>
              <a:t>Record a short video (</a:t>
            </a:r>
            <a:r>
              <a:rPr lang="en-ZA"/>
              <a:t>3-5</a:t>
            </a:r>
            <a:r>
              <a:rPr lang="en-ZA" noProof="0"/>
              <a:t> minutes) explaining your approach and findings</a:t>
            </a:r>
          </a:p>
          <a:p>
            <a:pPr marL="171450" lvl="1" indent="-171450">
              <a:buFont typeface="Arial" panose="020B0604020202020204" pitchFamily="34" charset="0"/>
              <a:buChar char="•"/>
            </a:pPr>
            <a:r>
              <a:rPr lang="en-ZA" noProof="0"/>
              <a:t>Present your analysis insights</a:t>
            </a:r>
            <a:r>
              <a:rPr lang="en-ZA"/>
              <a:t>, modelling approach</a:t>
            </a:r>
            <a:r>
              <a:rPr lang="en-ZA" noProof="0"/>
              <a:t> and demonstrate your </a:t>
            </a:r>
            <a:r>
              <a:rPr lang="en-ZA"/>
              <a:t>visual mock-up</a:t>
            </a:r>
            <a:r>
              <a:rPr lang="en-ZA" noProof="0"/>
              <a:t> solution</a:t>
            </a:r>
            <a:endParaRPr lang="en-ZA" noProof="0">
              <a:cs typeface="Arial"/>
            </a:endParaRPr>
          </a:p>
          <a:p>
            <a:pPr marL="171450" lvl="1" indent="-171450">
              <a:buFont typeface="Arial" panose="020B0604020202020204" pitchFamily="34" charset="0"/>
              <a:buChar char="•"/>
            </a:pPr>
            <a:r>
              <a:rPr lang="en-ZA" noProof="0"/>
              <a:t>Explain how your proposed system solves </a:t>
            </a:r>
            <a:r>
              <a:rPr lang="en-ZA" noProof="0" err="1"/>
              <a:t>GameVault's</a:t>
            </a:r>
            <a:r>
              <a:rPr lang="en-ZA" noProof="0"/>
              <a:t> current challenges with scattered data, manual processes, and lack of predictive intelligence for identifying games with lasting commercial potential</a:t>
            </a:r>
            <a:endParaRPr lang="en-GB" noProof="0"/>
          </a:p>
        </p:txBody>
      </p:sp>
      <p:sp>
        <p:nvSpPr>
          <p:cNvPr id="16" name="Title 15">
            <a:extLst>
              <a:ext uri="{FF2B5EF4-FFF2-40B4-BE49-F238E27FC236}">
                <a16:creationId xmlns:a16="http://schemas.microsoft.com/office/drawing/2014/main" id="{CA66A6DB-B3FD-3D60-F815-AB2C8AF6EE82}"/>
              </a:ext>
            </a:extLst>
          </p:cNvPr>
          <p:cNvSpPr>
            <a:spLocks noGrp="1"/>
          </p:cNvSpPr>
          <p:nvPr>
            <p:ph type="title"/>
          </p:nvPr>
        </p:nvSpPr>
        <p:spPr/>
        <p:txBody>
          <a:bodyPr/>
          <a:lstStyle/>
          <a:p>
            <a:r>
              <a:rPr lang="en-GB" noProof="0"/>
              <a:t>The Challenge</a:t>
            </a:r>
          </a:p>
        </p:txBody>
      </p:sp>
      <p:pic>
        <p:nvPicPr>
          <p:cNvPr id="14" name="Graphic 13">
            <a:extLst>
              <a:ext uri="{FF2B5EF4-FFF2-40B4-BE49-F238E27FC236}">
                <a16:creationId xmlns:a16="http://schemas.microsoft.com/office/drawing/2014/main" id="{CCF49A9D-BE73-07BD-8673-FAE5ECC8DD4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81941" y="2195106"/>
            <a:ext cx="1143000" cy="1143000"/>
          </a:xfrm>
          <a:prstGeom prst="rect">
            <a:avLst/>
          </a:prstGeom>
        </p:spPr>
      </p:pic>
      <p:sp>
        <p:nvSpPr>
          <p:cNvPr id="4" name="Content Placeholder 3">
            <a:extLst>
              <a:ext uri="{FF2B5EF4-FFF2-40B4-BE49-F238E27FC236}">
                <a16:creationId xmlns:a16="http://schemas.microsoft.com/office/drawing/2014/main" id="{7AC9C3CB-A791-E051-17B8-4E52DF7DAA28}"/>
              </a:ext>
            </a:extLst>
          </p:cNvPr>
          <p:cNvSpPr txBox="1">
            <a:spLocks/>
          </p:cNvSpPr>
          <p:nvPr/>
        </p:nvSpPr>
        <p:spPr>
          <a:xfrm>
            <a:off x="278965" y="835026"/>
            <a:ext cx="11450828" cy="1143000"/>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ZA" err="1"/>
              <a:t>GameVault</a:t>
            </a:r>
            <a:r>
              <a:rPr lang="en-ZA"/>
              <a:t> Publishing needs a data-driven system to analyse games and player reviews to identify titles with strong licensing/acquisition potential based on genuine player engagement and sentiment signals. The system should provide insights into what review characteristics and play patterns indicate sustained appeal, while offering an efficient way to prioritise games from the vast </a:t>
            </a:r>
            <a:r>
              <a:rPr lang="en-ZA" err="1"/>
              <a:t>catalog</a:t>
            </a:r>
            <a:r>
              <a:rPr lang="en-ZA"/>
              <a:t> of available titles. </a:t>
            </a:r>
            <a:r>
              <a:rPr lang="en-ZA" err="1"/>
              <a:t>GameVault</a:t>
            </a:r>
            <a:r>
              <a:rPr lang="en-ZA"/>
              <a:t> also needs a centralised dashboard to track and compare potential acquisition targets, eliminating the current scattered approach and enabling informed decision-making across their team.</a:t>
            </a:r>
          </a:p>
        </p:txBody>
      </p:sp>
      <p:pic>
        <p:nvPicPr>
          <p:cNvPr id="5" name="Graphic 4">
            <a:extLst>
              <a:ext uri="{FF2B5EF4-FFF2-40B4-BE49-F238E27FC236}">
                <a16:creationId xmlns:a16="http://schemas.microsoft.com/office/drawing/2014/main" id="{06DA988F-49C8-C743-A1F5-97BE31016B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8963" y="2156640"/>
            <a:ext cx="1143000" cy="1143000"/>
          </a:xfrm>
          <a:prstGeom prst="rect">
            <a:avLst/>
          </a:prstGeom>
        </p:spPr>
      </p:pic>
      <p:pic>
        <p:nvPicPr>
          <p:cNvPr id="6" name="Graphic 5">
            <a:extLst>
              <a:ext uri="{FF2B5EF4-FFF2-40B4-BE49-F238E27FC236}">
                <a16:creationId xmlns:a16="http://schemas.microsoft.com/office/drawing/2014/main" id="{75EAEBD7-71A8-49EF-B11C-DDED5E092E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58943" y="2156640"/>
            <a:ext cx="1143000" cy="1143000"/>
          </a:xfrm>
          <a:prstGeom prst="rect">
            <a:avLst/>
          </a:prstGeom>
        </p:spPr>
      </p:pic>
    </p:spTree>
    <p:extLst>
      <p:ext uri="{BB962C8B-B14F-4D97-AF65-F5344CB8AC3E}">
        <p14:creationId xmlns:p14="http://schemas.microsoft.com/office/powerpoint/2010/main" val="2479687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A8167-2992-1380-2D40-B37A10D3671D}"/>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533C0E4D-6BAE-8F0C-F798-659C37CED726}"/>
              </a:ext>
            </a:extLst>
          </p:cNvPr>
          <p:cNvSpPr>
            <a:spLocks noGrp="1"/>
          </p:cNvSpPr>
          <p:nvPr>
            <p:ph type="title"/>
          </p:nvPr>
        </p:nvSpPr>
        <p:spPr/>
        <p:txBody>
          <a:bodyPr/>
          <a:lstStyle/>
          <a:p>
            <a:r>
              <a:rPr lang="en-GB"/>
              <a:t>Evaluation Criteria</a:t>
            </a:r>
            <a:endParaRPr lang="en-GB" noProof="0"/>
          </a:p>
        </p:txBody>
      </p:sp>
      <p:sp>
        <p:nvSpPr>
          <p:cNvPr id="23" name="Rectangle 22">
            <a:extLst>
              <a:ext uri="{FF2B5EF4-FFF2-40B4-BE49-F238E27FC236}">
                <a16:creationId xmlns:a16="http://schemas.microsoft.com/office/drawing/2014/main" id="{B883DB2F-3E2E-49E9-6B23-57ED6CD24C16}"/>
              </a:ext>
            </a:extLst>
          </p:cNvPr>
          <p:cNvSpPr/>
          <p:nvPr/>
        </p:nvSpPr>
        <p:spPr>
          <a:xfrm>
            <a:off x="349222" y="1294111"/>
            <a:ext cx="3748993" cy="2492764"/>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8" name="Content Placeholder 3">
            <a:extLst>
              <a:ext uri="{FF2B5EF4-FFF2-40B4-BE49-F238E27FC236}">
                <a16:creationId xmlns:a16="http://schemas.microsoft.com/office/drawing/2014/main" id="{F06DF8B0-7C8D-91E1-0F68-AB9344421851}"/>
              </a:ext>
            </a:extLst>
          </p:cNvPr>
          <p:cNvSpPr txBox="1">
            <a:spLocks/>
          </p:cNvSpPr>
          <p:nvPr/>
        </p:nvSpPr>
        <p:spPr>
          <a:xfrm>
            <a:off x="356653" y="1426781"/>
            <a:ext cx="2958507"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latin typeface="Georgia"/>
                <a:cs typeface="Arial"/>
              </a:rPr>
              <a:t>1. Understanding the problem</a:t>
            </a:r>
            <a:endParaRPr lang="en-ZA" sz="1400">
              <a:latin typeface="Georgia"/>
              <a:cs typeface="Arial"/>
            </a:endParaRPr>
          </a:p>
          <a:p>
            <a:pPr marL="171450" lvl="1" indent="-171450">
              <a:buFont typeface="Arial" panose="020B0604020202020204" pitchFamily="34" charset="0"/>
              <a:buChar char="•"/>
            </a:pPr>
            <a:r>
              <a:rPr lang="en-ZA"/>
              <a:t>Clear interpretation of the client scenario, objectives and pain points. How can we provide value?​</a:t>
            </a:r>
            <a:endParaRPr lang="en-ZA">
              <a:cs typeface="Arial"/>
            </a:endParaRPr>
          </a:p>
        </p:txBody>
      </p:sp>
      <p:sp>
        <p:nvSpPr>
          <p:cNvPr id="2" name="Rectangle 1">
            <a:extLst>
              <a:ext uri="{FF2B5EF4-FFF2-40B4-BE49-F238E27FC236}">
                <a16:creationId xmlns:a16="http://schemas.microsoft.com/office/drawing/2014/main" id="{7ED3BECF-AF27-1E9F-9FC9-4FB919661452}"/>
              </a:ext>
            </a:extLst>
          </p:cNvPr>
          <p:cNvSpPr/>
          <p:nvPr/>
        </p:nvSpPr>
        <p:spPr>
          <a:xfrm>
            <a:off x="4237558" y="1301232"/>
            <a:ext cx="3748993" cy="2492764"/>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Content Placeholder 3">
            <a:extLst>
              <a:ext uri="{FF2B5EF4-FFF2-40B4-BE49-F238E27FC236}">
                <a16:creationId xmlns:a16="http://schemas.microsoft.com/office/drawing/2014/main" id="{35F6B440-D3DD-CF95-281F-2F5B1289C58C}"/>
              </a:ext>
            </a:extLst>
          </p:cNvPr>
          <p:cNvSpPr txBox="1">
            <a:spLocks/>
          </p:cNvSpPr>
          <p:nvPr/>
        </p:nvSpPr>
        <p:spPr>
          <a:xfrm>
            <a:off x="4244989" y="1433902"/>
            <a:ext cx="2958507"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latin typeface="Georgia"/>
                <a:cs typeface="Arial"/>
              </a:rPr>
              <a:t>2. Analytical thinking</a:t>
            </a:r>
            <a:endParaRPr lang="en-ZA" sz="1400">
              <a:latin typeface="Georgia"/>
              <a:cs typeface="Arial"/>
            </a:endParaRPr>
          </a:p>
          <a:p>
            <a:pPr marL="171450" lvl="1" indent="-171450">
              <a:buFont typeface="Arial" panose="020B0604020202020204" pitchFamily="34" charset="0"/>
              <a:buChar char="•"/>
            </a:pPr>
            <a:r>
              <a:rPr lang="en-ZA"/>
              <a:t>Appropriate use of the provided data to support insights and recommendations</a:t>
            </a:r>
          </a:p>
          <a:p>
            <a:pPr marL="171450" lvl="1" indent="-171450">
              <a:buFont typeface="Arial" panose="020B0604020202020204" pitchFamily="34" charset="0"/>
              <a:buChar char="•"/>
            </a:pPr>
            <a:r>
              <a:rPr lang="en-ZA">
                <a:cs typeface="Arial"/>
              </a:rPr>
              <a:t>Thinking beyond the basic interpretation</a:t>
            </a:r>
          </a:p>
        </p:txBody>
      </p:sp>
      <p:sp>
        <p:nvSpPr>
          <p:cNvPr id="5" name="Rectangle 4">
            <a:extLst>
              <a:ext uri="{FF2B5EF4-FFF2-40B4-BE49-F238E27FC236}">
                <a16:creationId xmlns:a16="http://schemas.microsoft.com/office/drawing/2014/main" id="{320EA431-5FFE-E96F-DDAF-A08FD79873F2}"/>
              </a:ext>
            </a:extLst>
          </p:cNvPr>
          <p:cNvSpPr/>
          <p:nvPr/>
        </p:nvSpPr>
        <p:spPr>
          <a:xfrm>
            <a:off x="8111651" y="1301231"/>
            <a:ext cx="3748993" cy="2492764"/>
          </a:xfrm>
          <a:prstGeom prst="rect">
            <a:avLst/>
          </a:prstGeom>
          <a:solidFill>
            <a:srgbClr val="FFA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Content Placeholder 3">
            <a:extLst>
              <a:ext uri="{FF2B5EF4-FFF2-40B4-BE49-F238E27FC236}">
                <a16:creationId xmlns:a16="http://schemas.microsoft.com/office/drawing/2014/main" id="{1700704D-5178-52C6-C977-5DCF8B88BBDD}"/>
              </a:ext>
            </a:extLst>
          </p:cNvPr>
          <p:cNvSpPr txBox="1">
            <a:spLocks/>
          </p:cNvSpPr>
          <p:nvPr/>
        </p:nvSpPr>
        <p:spPr>
          <a:xfrm>
            <a:off x="8119082" y="1433901"/>
            <a:ext cx="2958507"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latin typeface="Georgia"/>
                <a:cs typeface="Arial"/>
              </a:rPr>
              <a:t>3. Solution design</a:t>
            </a:r>
            <a:endParaRPr lang="en-ZA" sz="1400">
              <a:latin typeface="Georgia"/>
              <a:cs typeface="Arial"/>
            </a:endParaRPr>
          </a:p>
          <a:p>
            <a:pPr marL="171450" indent="-171450">
              <a:lnSpc>
                <a:spcPct val="125000"/>
              </a:lnSpc>
              <a:spcBef>
                <a:spcPts val="0"/>
              </a:spcBef>
              <a:spcAft>
                <a:spcPts val="600"/>
              </a:spcAft>
              <a:buFont typeface="Arial" panose="020B0604020202020204" pitchFamily="34" charset="0"/>
              <a:buChar char="•"/>
            </a:pPr>
            <a:r>
              <a:rPr lang="en-ZA" sz="1200" b="0">
                <a:cs typeface="Arial"/>
              </a:rPr>
              <a:t>Ability to identify meaningful findings, patterns, or prioritisation criteria</a:t>
            </a:r>
          </a:p>
          <a:p>
            <a:pPr marL="171450" indent="-171450">
              <a:lnSpc>
                <a:spcPct val="125000"/>
              </a:lnSpc>
              <a:spcBef>
                <a:spcPts val="0"/>
              </a:spcBef>
              <a:spcAft>
                <a:spcPts val="600"/>
              </a:spcAft>
              <a:buFont typeface="Arial" panose="020B0604020202020204" pitchFamily="34" charset="0"/>
              <a:buChar char="•"/>
            </a:pPr>
            <a:r>
              <a:rPr lang="en-ZA" sz="1200" b="0">
                <a:cs typeface="Arial"/>
              </a:rPr>
              <a:t>Able to package those findings into a structurally and analytically sound solution to solve the client problem</a:t>
            </a:r>
          </a:p>
          <a:p>
            <a:pPr marL="171450" lvl="1" indent="-171450">
              <a:buFont typeface="Arial" panose="020B0604020202020204" pitchFamily="34" charset="0"/>
              <a:buChar char="•"/>
            </a:pPr>
            <a:endParaRPr lang="en-ZA">
              <a:cs typeface="Arial"/>
            </a:endParaRPr>
          </a:p>
        </p:txBody>
      </p:sp>
      <p:sp>
        <p:nvSpPr>
          <p:cNvPr id="8" name="Rectangle 7">
            <a:extLst>
              <a:ext uri="{FF2B5EF4-FFF2-40B4-BE49-F238E27FC236}">
                <a16:creationId xmlns:a16="http://schemas.microsoft.com/office/drawing/2014/main" id="{5BC5B3A3-C29F-CA24-456A-91A481C8E610}"/>
              </a:ext>
            </a:extLst>
          </p:cNvPr>
          <p:cNvSpPr/>
          <p:nvPr/>
        </p:nvSpPr>
        <p:spPr>
          <a:xfrm>
            <a:off x="342098" y="3929062"/>
            <a:ext cx="3748993" cy="249276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rgbClr val="FFFFFF"/>
              </a:solidFill>
            </a:endParaRPr>
          </a:p>
        </p:txBody>
      </p:sp>
      <p:sp>
        <p:nvSpPr>
          <p:cNvPr id="9" name="Content Placeholder 3">
            <a:extLst>
              <a:ext uri="{FF2B5EF4-FFF2-40B4-BE49-F238E27FC236}">
                <a16:creationId xmlns:a16="http://schemas.microsoft.com/office/drawing/2014/main" id="{DEAA6E50-2853-8C96-7834-CDEBB31A2791}"/>
              </a:ext>
            </a:extLst>
          </p:cNvPr>
          <p:cNvSpPr txBox="1">
            <a:spLocks/>
          </p:cNvSpPr>
          <p:nvPr/>
        </p:nvSpPr>
        <p:spPr>
          <a:xfrm>
            <a:off x="342408" y="4061732"/>
            <a:ext cx="3724132"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solidFill>
                  <a:srgbClr val="FFFFFF"/>
                </a:solidFill>
                <a:latin typeface="Georgia"/>
                <a:cs typeface="Arial"/>
              </a:rPr>
              <a:t>4. Solution Concept / Mock-up</a:t>
            </a:r>
            <a:endParaRPr lang="en-ZA" sz="1400">
              <a:solidFill>
                <a:srgbClr val="FFFFFF"/>
              </a:solidFill>
              <a:latin typeface="Georgia"/>
              <a:cs typeface="Arial"/>
            </a:endParaRPr>
          </a:p>
          <a:p>
            <a:pPr marL="171450" indent="-171450">
              <a:lnSpc>
                <a:spcPct val="125000"/>
              </a:lnSpc>
              <a:spcBef>
                <a:spcPts val="0"/>
              </a:spcBef>
              <a:spcAft>
                <a:spcPts val="600"/>
              </a:spcAft>
              <a:buFont typeface="Arial" panose="020B0604020202020204" pitchFamily="34" charset="0"/>
              <a:buChar char="•"/>
            </a:pPr>
            <a:r>
              <a:rPr lang="en-ZA" sz="1200" b="0">
                <a:solidFill>
                  <a:srgbClr val="FFFFFF"/>
                </a:solidFill>
              </a:rPr>
              <a:t>Relevance, practically and clarity of the proposed client dashboard</a:t>
            </a:r>
            <a:r>
              <a:rPr lang="en-ZA" sz="1200" b="0">
                <a:solidFill>
                  <a:srgbClr val="FFFFFF"/>
                </a:solidFill>
                <a:cs typeface="Arial"/>
              </a:rPr>
              <a:t>, view, or tool. </a:t>
            </a:r>
          </a:p>
          <a:p>
            <a:pPr marL="171450" indent="-171450">
              <a:lnSpc>
                <a:spcPct val="125000"/>
              </a:lnSpc>
              <a:spcBef>
                <a:spcPts val="0"/>
              </a:spcBef>
              <a:spcAft>
                <a:spcPts val="600"/>
              </a:spcAft>
              <a:buFont typeface="Arial" panose="020B0604020202020204" pitchFamily="34" charset="0"/>
              <a:buChar char="•"/>
            </a:pPr>
            <a:r>
              <a:rPr lang="en-ZA" sz="1200" b="0">
                <a:solidFill>
                  <a:srgbClr val="FFFFFF"/>
                </a:solidFill>
              </a:rPr>
              <a:t>From the client's perspective, does this solve our need, does it provide value, does it go beyond what we even considered?</a:t>
            </a:r>
          </a:p>
          <a:p>
            <a:pPr marL="171450" lvl="1" indent="-171450">
              <a:buFont typeface="Arial" panose="020B0604020202020204" pitchFamily="34" charset="0"/>
              <a:buChar char="•"/>
            </a:pPr>
            <a:endParaRPr lang="en-ZA">
              <a:solidFill>
                <a:srgbClr val="FFFFFF"/>
              </a:solidFill>
              <a:cs typeface="Arial"/>
            </a:endParaRPr>
          </a:p>
        </p:txBody>
      </p:sp>
      <p:sp>
        <p:nvSpPr>
          <p:cNvPr id="10" name="Rectangle 9">
            <a:extLst>
              <a:ext uri="{FF2B5EF4-FFF2-40B4-BE49-F238E27FC236}">
                <a16:creationId xmlns:a16="http://schemas.microsoft.com/office/drawing/2014/main" id="{E56A5E02-5B8E-9C4A-D937-55D5C1C56D4A}"/>
              </a:ext>
            </a:extLst>
          </p:cNvPr>
          <p:cNvSpPr/>
          <p:nvPr/>
        </p:nvSpPr>
        <p:spPr>
          <a:xfrm>
            <a:off x="4251798" y="3929061"/>
            <a:ext cx="3748993" cy="249276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rgbClr val="FFFFFF"/>
              </a:solidFill>
            </a:endParaRPr>
          </a:p>
        </p:txBody>
      </p:sp>
      <p:sp>
        <p:nvSpPr>
          <p:cNvPr id="11" name="Content Placeholder 3">
            <a:extLst>
              <a:ext uri="{FF2B5EF4-FFF2-40B4-BE49-F238E27FC236}">
                <a16:creationId xmlns:a16="http://schemas.microsoft.com/office/drawing/2014/main" id="{02AACBD0-D63E-2292-D399-C6E049B7483B}"/>
              </a:ext>
            </a:extLst>
          </p:cNvPr>
          <p:cNvSpPr txBox="1">
            <a:spLocks/>
          </p:cNvSpPr>
          <p:nvPr/>
        </p:nvSpPr>
        <p:spPr>
          <a:xfrm>
            <a:off x="4259229" y="4061731"/>
            <a:ext cx="2958507"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solidFill>
                  <a:srgbClr val="FFFFFF"/>
                </a:solidFill>
                <a:latin typeface="Georgia"/>
                <a:cs typeface="Arial"/>
              </a:rPr>
              <a:t>5. Communication</a:t>
            </a:r>
            <a:endParaRPr lang="en-ZA" sz="1400">
              <a:solidFill>
                <a:srgbClr val="FFFFFF"/>
              </a:solidFill>
              <a:latin typeface="Georgia"/>
              <a:cs typeface="Arial"/>
            </a:endParaRPr>
          </a:p>
          <a:p>
            <a:pPr marL="171450" indent="-171450">
              <a:lnSpc>
                <a:spcPct val="125000"/>
              </a:lnSpc>
              <a:spcBef>
                <a:spcPts val="0"/>
              </a:spcBef>
              <a:spcAft>
                <a:spcPts val="600"/>
              </a:spcAft>
              <a:buFont typeface="Arial" panose="020B0604020202020204" pitchFamily="34" charset="0"/>
              <a:buChar char="•"/>
            </a:pPr>
            <a:r>
              <a:rPr lang="en-ZA" sz="1200" b="0">
                <a:solidFill>
                  <a:srgbClr val="FFFFFF"/>
                </a:solidFill>
              </a:rPr>
              <a:t>Clear and succinct explanation of approach, findings, and recommendation in the README and video presentation</a:t>
            </a:r>
          </a:p>
          <a:p>
            <a:pPr marL="171450" indent="-171450">
              <a:lnSpc>
                <a:spcPct val="125000"/>
              </a:lnSpc>
              <a:spcBef>
                <a:spcPts val="0"/>
              </a:spcBef>
              <a:spcAft>
                <a:spcPts val="600"/>
              </a:spcAft>
              <a:buFont typeface="Arial" panose="020B0604020202020204" pitchFamily="34" charset="0"/>
              <a:buChar char="•"/>
            </a:pPr>
            <a:r>
              <a:rPr lang="en-ZA" sz="1200" b="0">
                <a:solidFill>
                  <a:srgbClr val="FFFFFF"/>
                </a:solidFill>
                <a:cs typeface="Arial"/>
              </a:rPr>
              <a:t>Consider an elevator pitch thinking. Have I sold why my solution is (1) sound; (2) valuable; (3) </a:t>
            </a:r>
            <a:r>
              <a:rPr lang="en-ZA" sz="1200" b="0" err="1">
                <a:solidFill>
                  <a:srgbClr val="FFFFFF"/>
                </a:solidFill>
                <a:cs typeface="Arial"/>
              </a:rPr>
              <a:t>differentiatable</a:t>
            </a:r>
          </a:p>
          <a:p>
            <a:pPr marL="171450" lvl="1" indent="-171450">
              <a:buFont typeface="Arial" panose="020B0604020202020204" pitchFamily="34" charset="0"/>
              <a:buChar char="•"/>
            </a:pPr>
            <a:endParaRPr lang="en-ZA" b="0">
              <a:solidFill>
                <a:srgbClr val="FFFFFF"/>
              </a:solidFill>
              <a:cs typeface="Arial"/>
            </a:endParaRPr>
          </a:p>
        </p:txBody>
      </p:sp>
      <p:sp>
        <p:nvSpPr>
          <p:cNvPr id="3" name="Rectangle 2">
            <a:extLst>
              <a:ext uri="{FF2B5EF4-FFF2-40B4-BE49-F238E27FC236}">
                <a16:creationId xmlns:a16="http://schemas.microsoft.com/office/drawing/2014/main" id="{43C06CCB-E98F-655E-6943-479F02437FB8}"/>
              </a:ext>
            </a:extLst>
          </p:cNvPr>
          <p:cNvSpPr/>
          <p:nvPr/>
        </p:nvSpPr>
        <p:spPr>
          <a:xfrm>
            <a:off x="8125891" y="3929060"/>
            <a:ext cx="3748993" cy="2492764"/>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rgbClr val="FFFFFF"/>
              </a:solidFill>
            </a:endParaRPr>
          </a:p>
        </p:txBody>
      </p:sp>
      <p:sp>
        <p:nvSpPr>
          <p:cNvPr id="7" name="Content Placeholder 3">
            <a:extLst>
              <a:ext uri="{FF2B5EF4-FFF2-40B4-BE49-F238E27FC236}">
                <a16:creationId xmlns:a16="http://schemas.microsoft.com/office/drawing/2014/main" id="{6D1C4B11-1807-65B4-0D04-B88C4CB33FCB}"/>
              </a:ext>
            </a:extLst>
          </p:cNvPr>
          <p:cNvSpPr txBox="1">
            <a:spLocks/>
          </p:cNvSpPr>
          <p:nvPr/>
        </p:nvSpPr>
        <p:spPr>
          <a:xfrm>
            <a:off x="8133322" y="4061730"/>
            <a:ext cx="2958507" cy="2218716"/>
          </a:xfrm>
          <a:prstGeom prst="rect">
            <a:avLst/>
          </a:prstGeom>
        </p:spPr>
        <p:txBody>
          <a:bodyPr lIns="91440" tIns="45720" rIns="91440" bIns="45720" anchor="t"/>
          <a:lst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1400">
                <a:solidFill>
                  <a:srgbClr val="000000"/>
                </a:solidFill>
                <a:latin typeface="Georgia"/>
                <a:cs typeface="Arial"/>
              </a:rPr>
              <a:t>6. Completeness</a:t>
            </a:r>
            <a:endParaRPr lang="en-ZA" sz="1400">
              <a:solidFill>
                <a:srgbClr val="000000"/>
              </a:solidFill>
              <a:latin typeface="Georgia"/>
              <a:cs typeface="Arial"/>
            </a:endParaRPr>
          </a:p>
          <a:p>
            <a:pPr marL="171450" indent="-171450">
              <a:lnSpc>
                <a:spcPct val="125000"/>
              </a:lnSpc>
              <a:spcBef>
                <a:spcPts val="0"/>
              </a:spcBef>
              <a:spcAft>
                <a:spcPts val="600"/>
              </a:spcAft>
              <a:buFont typeface="Arial" panose="020B0604020202020204" pitchFamily="34" charset="0"/>
              <a:buChar char="•"/>
            </a:pPr>
            <a:r>
              <a:rPr lang="en-ZA" sz="1200" b="0">
                <a:cs typeface="Arial"/>
              </a:rPr>
              <a:t>Submission includes the required links, is easy to review, and is presented in a structured manner</a:t>
            </a:r>
          </a:p>
          <a:p>
            <a:pPr marL="171450">
              <a:buFont typeface="Arial" panose="020B0604020202020204" pitchFamily="34" charset="0"/>
              <a:buChar char="•"/>
            </a:pPr>
            <a:endParaRPr lang="en-ZA" sz="1200" b="0">
              <a:solidFill>
                <a:srgbClr val="000000"/>
              </a:solidFill>
              <a:cs typeface="Arial"/>
            </a:endParaRPr>
          </a:p>
          <a:p>
            <a:pPr marL="171450" lvl="1" indent="-171450">
              <a:buFont typeface="Arial" panose="020B0604020202020204" pitchFamily="34" charset="0"/>
              <a:buChar char="•"/>
            </a:pPr>
            <a:endParaRPr lang="en-ZA">
              <a:solidFill>
                <a:srgbClr val="000000"/>
              </a:solidFill>
              <a:cs typeface="Arial"/>
            </a:endParaRPr>
          </a:p>
        </p:txBody>
      </p:sp>
    </p:spTree>
    <p:extLst>
      <p:ext uri="{BB962C8B-B14F-4D97-AF65-F5344CB8AC3E}">
        <p14:creationId xmlns:p14="http://schemas.microsoft.com/office/powerpoint/2010/main" val="924325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9581F2-593A-89D6-A13D-D744F359C156}"/>
              </a:ext>
            </a:extLst>
          </p:cNvPr>
          <p:cNvSpPr>
            <a:spLocks noGrp="1"/>
          </p:cNvSpPr>
          <p:nvPr>
            <p:ph type="ctrTitle"/>
          </p:nvPr>
        </p:nvSpPr>
        <p:spPr>
          <a:xfrm>
            <a:off x="353658" y="1946275"/>
            <a:ext cx="6629400" cy="1482725"/>
          </a:xfrm>
        </p:spPr>
        <p:txBody>
          <a:bodyPr/>
          <a:lstStyle/>
          <a:p>
            <a:r>
              <a:rPr lang="en-ZA" noProof="0"/>
              <a:t>Thank you</a:t>
            </a:r>
          </a:p>
        </p:txBody>
      </p:sp>
      <p:sp>
        <p:nvSpPr>
          <p:cNvPr id="3" name="Subtitle 2">
            <a:extLst>
              <a:ext uri="{FF2B5EF4-FFF2-40B4-BE49-F238E27FC236}">
                <a16:creationId xmlns:a16="http://schemas.microsoft.com/office/drawing/2014/main" id="{B5A47427-AF5F-80D7-55B7-5131ED20F8F2}"/>
              </a:ext>
            </a:extLst>
          </p:cNvPr>
          <p:cNvSpPr>
            <a:spLocks noGrp="1"/>
          </p:cNvSpPr>
          <p:nvPr>
            <p:ph type="subTitle" idx="1"/>
          </p:nvPr>
        </p:nvSpPr>
        <p:spPr>
          <a:xfrm>
            <a:off x="5197150" y="4823926"/>
            <a:ext cx="6604325" cy="1655540"/>
          </a:xfrm>
        </p:spPr>
        <p:txBody>
          <a:bodyPr/>
          <a:lstStyle/>
          <a:p>
            <a:pPr marL="228600" marR="0">
              <a:lnSpc>
                <a:spcPct val="115000"/>
              </a:lnSpc>
              <a:spcBef>
                <a:spcPts val="1200"/>
              </a:spcBef>
              <a:spcAft>
                <a:spcPts val="1200"/>
              </a:spcAft>
              <a:buNone/>
            </a:pPr>
            <a:r>
              <a:rPr lang="en-ZA" noProof="0">
                <a:solidFill>
                  <a:srgbClr val="000000"/>
                </a:solidFill>
                <a:effectLst/>
                <a:ea typeface="Georgia" panose="02040502050405020303" pitchFamily="18" charset="0"/>
                <a:cs typeface="Georgia" panose="02040502050405020303" pitchFamily="18" charset="0"/>
              </a:rPr>
              <a:t>The information contained in this document prepared by PwC is provided for discussion purposes only and is intended to provide the reader or his entity with general information of interest. The information is supplied on an </a:t>
            </a:r>
            <a:r>
              <a:rPr lang="en-ZA" noProof="0">
                <a:solidFill>
                  <a:srgbClr val="000000"/>
                </a:solidFill>
                <a:effectLst/>
                <a:ea typeface="Times New Roman" panose="02020603050405020304" pitchFamily="18" charset="0"/>
                <a:cs typeface="Georgia" panose="02040502050405020303" pitchFamily="18" charset="0"/>
              </a:rPr>
              <a:t>"</a:t>
            </a:r>
            <a:r>
              <a:rPr lang="en-ZA" noProof="0">
                <a:solidFill>
                  <a:srgbClr val="000000"/>
                </a:solidFill>
                <a:effectLst/>
                <a:ea typeface="Georgia" panose="02040502050405020303" pitchFamily="18" charset="0"/>
                <a:cs typeface="Georgia" panose="02040502050405020303" pitchFamily="18" charset="0"/>
              </a:rPr>
              <a:t>as is</a:t>
            </a:r>
            <a:r>
              <a:rPr lang="en-ZA" noProof="0">
                <a:solidFill>
                  <a:srgbClr val="000000"/>
                </a:solidFill>
                <a:effectLst/>
                <a:ea typeface="Times New Roman" panose="02020603050405020304" pitchFamily="18" charset="0"/>
                <a:cs typeface="Georgia" panose="02040502050405020303" pitchFamily="18" charset="0"/>
              </a:rPr>
              <a:t>"</a:t>
            </a:r>
            <a:r>
              <a:rPr lang="en-ZA" noProof="0">
                <a:solidFill>
                  <a:srgbClr val="000000"/>
                </a:solidFill>
                <a:effectLst/>
                <a:ea typeface="Georgia" panose="02040502050405020303" pitchFamily="18" charset="0"/>
                <a:cs typeface="Georgia" panose="02040502050405020303" pitchFamily="18" charset="0"/>
              </a:rPr>
              <a:t> basis and has not been compiled to meet the reader’s or his entity’s individual requirements. It is the reader’s responsibility to satisfy him or her that the content meets the individual or his entity’s requirements. The information should not be regarded as professional or legal advice or PwC’s official view. No action should be taken on the strength of the information without obtaining professional advice. Although PwC takes all reasonable steps to ensure the quality and accuracy of the information, accuracy is not guaranteed. PwC shall not be liable for any damage, loss or liability of any nature incurred directly or indirectly by whomever and resulting from any cause in connection with the information contained herein.</a:t>
            </a:r>
            <a:endParaRPr lang="en-ZA" noProof="0">
              <a:effectLst/>
              <a:ea typeface="Georgia" panose="02040502050405020303" pitchFamily="18" charset="0"/>
              <a:cs typeface="Georgia" panose="02040502050405020303" pitchFamily="18" charset="0"/>
            </a:endParaRPr>
          </a:p>
          <a:p>
            <a:pPr marL="228600" marR="0">
              <a:lnSpc>
                <a:spcPct val="115000"/>
              </a:lnSpc>
              <a:spcBef>
                <a:spcPts val="1200"/>
              </a:spcBef>
              <a:spcAft>
                <a:spcPts val="1200"/>
              </a:spcAft>
            </a:pPr>
            <a:r>
              <a:rPr lang="en-ZA" noProof="0">
                <a:solidFill>
                  <a:srgbClr val="000000"/>
                </a:solidFill>
                <a:effectLst/>
                <a:ea typeface="Georgia" panose="02040502050405020303" pitchFamily="18" charset="0"/>
                <a:cs typeface="Georgia" panose="02040502050405020303" pitchFamily="18" charset="0"/>
              </a:rPr>
              <a:t>© PricewaterhouseCoopers Incorporated with registration number 1998/012055/21 ("PwC"). All rights reserved. PwC is part of the PricewaterhouseCoopers International Limited ("</a:t>
            </a:r>
            <a:r>
              <a:rPr lang="en-ZA" noProof="0" err="1">
                <a:solidFill>
                  <a:srgbClr val="000000"/>
                </a:solidFill>
                <a:effectLst/>
                <a:ea typeface="Georgia" panose="02040502050405020303" pitchFamily="18" charset="0"/>
                <a:cs typeface="Georgia" panose="02040502050405020303" pitchFamily="18" charset="0"/>
              </a:rPr>
              <a:t>PwCIL</a:t>
            </a:r>
            <a:r>
              <a:rPr lang="en-ZA" noProof="0">
                <a:solidFill>
                  <a:srgbClr val="000000"/>
                </a:solidFill>
                <a:effectLst/>
                <a:ea typeface="Georgia" panose="02040502050405020303" pitchFamily="18" charset="0"/>
                <a:cs typeface="Georgia" panose="02040502050405020303" pitchFamily="18" charset="0"/>
              </a:rPr>
              <a:t>") network that consists of separate and independent legal entities that do not act as agents of </a:t>
            </a:r>
            <a:r>
              <a:rPr lang="en-ZA" noProof="0" err="1">
                <a:solidFill>
                  <a:srgbClr val="000000"/>
                </a:solidFill>
                <a:effectLst/>
                <a:ea typeface="Georgia" panose="02040502050405020303" pitchFamily="18" charset="0"/>
                <a:cs typeface="Georgia" panose="02040502050405020303" pitchFamily="18" charset="0"/>
              </a:rPr>
              <a:t>PwCIL</a:t>
            </a:r>
            <a:r>
              <a:rPr lang="en-ZA" noProof="0">
                <a:solidFill>
                  <a:srgbClr val="000000"/>
                </a:solidFill>
                <a:effectLst/>
                <a:ea typeface="Georgia" panose="02040502050405020303" pitchFamily="18" charset="0"/>
                <a:cs typeface="Georgia" panose="02040502050405020303" pitchFamily="18" charset="0"/>
              </a:rPr>
              <a:t> or any other member firm, nor is </a:t>
            </a:r>
            <a:r>
              <a:rPr lang="en-ZA" noProof="0" err="1">
                <a:solidFill>
                  <a:srgbClr val="000000"/>
                </a:solidFill>
                <a:effectLst/>
                <a:ea typeface="Georgia" panose="02040502050405020303" pitchFamily="18" charset="0"/>
                <a:cs typeface="Georgia" panose="02040502050405020303" pitchFamily="18" charset="0"/>
              </a:rPr>
              <a:t>PwCIL</a:t>
            </a:r>
            <a:r>
              <a:rPr lang="en-ZA" noProof="0">
                <a:solidFill>
                  <a:srgbClr val="000000"/>
                </a:solidFill>
                <a:effectLst/>
                <a:ea typeface="Georgia" panose="02040502050405020303" pitchFamily="18" charset="0"/>
                <a:cs typeface="Georgia" panose="02040502050405020303" pitchFamily="18" charset="0"/>
              </a:rPr>
              <a:t> or the separate firms responsible or liable for the acts or omissions of each other in any way. No portion of this document may be reproduced by any process without the written permission of PwC.</a:t>
            </a:r>
            <a:endParaRPr lang="en-ZA" noProof="0">
              <a:effectLst/>
              <a:ea typeface="Georgia" panose="02040502050405020303" pitchFamily="18" charset="0"/>
              <a:cs typeface="Georgia" panose="02040502050405020303" pitchFamily="18" charset="0"/>
            </a:endParaRPr>
          </a:p>
        </p:txBody>
      </p:sp>
    </p:spTree>
    <p:extLst>
      <p:ext uri="{BB962C8B-B14F-4D97-AF65-F5344CB8AC3E}">
        <p14:creationId xmlns:p14="http://schemas.microsoft.com/office/powerpoint/2010/main" val="2714884229"/>
      </p:ext>
    </p:extLst>
  </p:cSld>
  <p:clrMapOvr>
    <a:masterClrMapping/>
  </p:clrMapOvr>
</p:sld>
</file>

<file path=ppt/theme/theme1.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7A6667E3-8F35-8049-97F2-2ABB7853D11F}" vid="{9EF29C9F-F5ED-C744-B55F-055EBB5FAD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2454D1-E47C-8143-BD11-D1CE754A9956}">
  <we:reference id="2cb3dfe7-199f-46bf-bb56-17a7fca0f469" version="14.1.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CFA889E2B448B4C8F9DA7509292E572" ma:contentTypeVersion="12" ma:contentTypeDescription="Create a new document." ma:contentTypeScope="" ma:versionID="1f361ba3b0dd7390bdfdeaeb7da237ae">
  <xsd:schema xmlns:xsd="http://www.w3.org/2001/XMLSchema" xmlns:xs="http://www.w3.org/2001/XMLSchema" xmlns:p="http://schemas.microsoft.com/office/2006/metadata/properties" xmlns:ns2="f35ba3a3-77b3-4672-a672-3d65817ad165" xmlns:ns3="ef5764a0-9f10-4cf5-83b3-3b08969e207b" targetNamespace="http://schemas.microsoft.com/office/2006/metadata/properties" ma:root="true" ma:fieldsID="392c7fb82960d0e5a68f24f6f06fb732" ns2:_="" ns3:_="">
    <xsd:import namespace="f35ba3a3-77b3-4672-a672-3d65817ad165"/>
    <xsd:import namespace="ef5764a0-9f10-4cf5-83b3-3b08969e207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5ba3a3-77b3-4672-a672-3d65817ad1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7bde53e-b0a2-4e98-8550-8a152603f3a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f5764a0-9f10-4cf5-83b3-3b08969e207b"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dba00d0-cef3-4fdf-9d99-d518db4d5c25}" ma:internalName="TaxCatchAll" ma:showField="CatchAllData" ma:web="ef5764a0-9f10-4cf5-83b3-3b08969e20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35ba3a3-77b3-4672-a672-3d65817ad165">
      <Terms xmlns="http://schemas.microsoft.com/office/infopath/2007/PartnerControls"/>
    </lcf76f155ced4ddcb4097134ff3c332f>
    <TaxCatchAll xmlns="ef5764a0-9f10-4cf5-83b3-3b08969e207b" xsi:nil="true"/>
  </documentManagement>
</p:properties>
</file>

<file path=customXml/itemProps1.xml><?xml version="1.0" encoding="utf-8"?>
<ds:datastoreItem xmlns:ds="http://schemas.openxmlformats.org/officeDocument/2006/customXml" ds:itemID="{0C265105-FE1D-453C-BB54-B143C57411F1}">
  <ds:schemaRefs>
    <ds:schemaRef ds:uri="http://schemas.microsoft.com/sharepoint/v3/contenttype/forms"/>
  </ds:schemaRefs>
</ds:datastoreItem>
</file>

<file path=customXml/itemProps2.xml><?xml version="1.0" encoding="utf-8"?>
<ds:datastoreItem xmlns:ds="http://schemas.openxmlformats.org/officeDocument/2006/customXml" ds:itemID="{E8F80934-A6FA-4966-A6E7-E36981C52F87}">
  <ds:schemaRefs>
    <ds:schemaRef ds:uri="ef5764a0-9f10-4cf5-83b3-3b08969e207b"/>
    <ds:schemaRef ds:uri="f35ba3a3-77b3-4672-a672-3d65817ad16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A758F2C-2961-4F3E-AF6C-A7AAF8C806B2}">
  <ds:schemaRefs>
    <ds:schemaRef ds:uri="c011f47f-2d48-4444-b183-f954f114b012"/>
    <ds:schemaRef ds:uri="ef5764a0-9f10-4cf5-83b3-3b08969e207b"/>
    <ds:schemaRef ds:uri="f35ba3a3-77b3-4672-a672-3d65817ad16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Recruitment Assessment</Template>
  <Application>Microsoft Office PowerPoint</Application>
  <PresentationFormat>Widescreen</PresentationFormat>
  <Slides>9</Slides>
  <Notes>4</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PwC Slide Master</vt:lpstr>
      <vt:lpstr>Data Science Graduate Program Assessment Brief  </vt:lpstr>
      <vt:lpstr>Overview</vt:lpstr>
      <vt:lpstr>Agenda </vt:lpstr>
      <vt:lpstr>What to have ready before the assessment</vt:lpstr>
      <vt:lpstr>Submission Requirements</vt:lpstr>
      <vt:lpstr>The Scenario</vt:lpstr>
      <vt:lpstr>The Challenge</vt:lpstr>
      <vt:lpstr>Evaluation Criteria</vt:lpstr>
      <vt:lpstr>Thank you</vt:lpstr>
    </vt:vector>
  </TitlesOfParts>
  <Company>PricewaterhouseCoopers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Caitlin Simon (ZA)</dc:creator>
  <cp:revision>6</cp:revision>
  <dcterms:created xsi:type="dcterms:W3CDTF">2026-06-04T12:55:52Z</dcterms:created>
  <dcterms:modified xsi:type="dcterms:W3CDTF">2026-06-12T06:49:17Z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0x0101006CFA889E2B448B4C8F9DA7509292E572</vt:lpwstr>
  </property>
  <property fmtid="{D5CDD505-2E9C-101B-9397-08002B2CF9AE}" pid="3" name="MediaServiceImageTags">
    <vt:lpwstr/>
  </property>
  <property fmtid="{D5CDD505-2E9C-101B-9397-08002B2CF9AE}" pid="4" name="MSIP_Label_2e1840fb-8939-4796-95d0-bc833736564d_Enabled">
    <vt:lpwstr>true</vt:lpwstr>
  </property>
  <property fmtid="{D5CDD505-2E9C-101B-9397-08002B2CF9AE}" pid="5" name="MSIP_Label_2e1840fb-8939-4796-95d0-bc833736564d_SetDate">
    <vt:lpwstr>2026-06-08T09:53:48Z</vt:lpwstr>
  </property>
  <property fmtid="{D5CDD505-2E9C-101B-9397-08002B2CF9AE}" pid="6" name="MSIP_Label_2e1840fb-8939-4796-95d0-bc833736564d_Method">
    <vt:lpwstr>Standard</vt:lpwstr>
  </property>
  <property fmtid="{D5CDD505-2E9C-101B-9397-08002B2CF9AE}" pid="7" name="MSIP_Label_2e1840fb-8939-4796-95d0-bc833736564d_Name">
    <vt:lpwstr>Confidential - Open Access</vt:lpwstr>
  </property>
  <property fmtid="{D5CDD505-2E9C-101B-9397-08002B2CF9AE}" pid="8" name="MSIP_Label_2e1840fb-8939-4796-95d0-bc833736564d_SiteId">
    <vt:lpwstr>513294a0-3e20-41b2-a970-6d30bf1546fa</vt:lpwstr>
  </property>
  <property fmtid="{D5CDD505-2E9C-101B-9397-08002B2CF9AE}" pid="9" name="MSIP_Label_2e1840fb-8939-4796-95d0-bc833736564d_ActionId">
    <vt:lpwstr>d2924076-01c3-4e46-a3b5-1d9d202dbc2b</vt:lpwstr>
  </property>
  <property fmtid="{D5CDD505-2E9C-101B-9397-08002B2CF9AE}" pid="10" name="MSIP_Label_2e1840fb-8939-4796-95d0-bc833736564d_ContentBits">
    <vt:lpwstr>0</vt:lpwstr>
  </property>
  <property fmtid="{D5CDD505-2E9C-101B-9397-08002B2CF9AE}" pid="11" name="MSIP_Label_2e1840fb-8939-4796-95d0-bc833736564d_Tag">
    <vt:lpwstr>10, 3, 0, 2</vt:lpwstr>
  </property>
</Properties>
</file>